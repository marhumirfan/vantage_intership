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sldIdLst>
    <p:sldId id="256" r:id="rId5"/>
    <p:sldId id="302" r:id="rId6"/>
    <p:sldId id="303" r:id="rId7"/>
    <p:sldId id="312" r:id="rId8"/>
    <p:sldId id="280" r:id="rId9"/>
    <p:sldId id="301" r:id="rId10"/>
    <p:sldId id="305" r:id="rId11"/>
    <p:sldId id="310" r:id="rId12"/>
    <p:sldId id="306" r:id="rId13"/>
    <p:sldId id="307" r:id="rId14"/>
    <p:sldId id="309" r:id="rId15"/>
    <p:sldId id="311" r:id="rId16"/>
    <p:sldId id="304" r:id="rId17"/>
    <p:sldId id="308" r:id="rId18"/>
    <p:sldId id="30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296" userDrawn="1">
          <p15:clr>
            <a:srgbClr val="A4A3A4"/>
          </p15:clr>
        </p15:guide>
        <p15:guide id="2" pos="384" userDrawn="1">
          <p15:clr>
            <a:srgbClr val="A4A3A4"/>
          </p15:clr>
        </p15:guide>
        <p15:guide id="3" orient="horz" pos="528" userDrawn="1">
          <p15:clr>
            <a:srgbClr val="A4A3A4"/>
          </p15:clr>
        </p15:guide>
        <p15:guide id="4" orient="horz" pos="3552" userDrawn="1">
          <p15:clr>
            <a:srgbClr val="A4A3A4"/>
          </p15:clr>
        </p15:guide>
        <p15:guide id="5" orient="horz" pos="768" userDrawn="1">
          <p15:clr>
            <a:srgbClr val="A4A3A4"/>
          </p15:clr>
        </p15:guide>
        <p15:guide id="7" pos="4032" userDrawn="1">
          <p15:clr>
            <a:srgbClr val="A4A3A4"/>
          </p15:clr>
        </p15:guide>
        <p15:guide id="9" pos="3648" userDrawn="1">
          <p15:clr>
            <a:srgbClr val="A4A3A4"/>
          </p15:clr>
        </p15:guide>
        <p15:guide id="10" orient="horz" pos="1536" userDrawn="1">
          <p15:clr>
            <a:srgbClr val="A4A3A4"/>
          </p15:clr>
        </p15:guide>
        <p15:guide id="11" orient="horz" pos="18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01"/>
  </p:normalViewPr>
  <p:slideViewPr>
    <p:cSldViewPr>
      <p:cViewPr varScale="1">
        <p:scale>
          <a:sx n="62" d="100"/>
          <a:sy n="62" d="100"/>
        </p:scale>
        <p:origin x="828" y="44"/>
      </p:cViewPr>
      <p:guideLst>
        <p:guide pos="7296"/>
        <p:guide pos="384"/>
        <p:guide orient="horz" pos="528"/>
        <p:guide orient="horz" pos="3552"/>
        <p:guide orient="horz" pos="768"/>
        <p:guide pos="4032"/>
        <p:guide pos="3648"/>
        <p:guide orient="horz" pos="1536"/>
        <p:guide orient="horz" pos="187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90000"/>
              </a:schemeClr>
            </a:solidFill>
            <a:ln>
              <a:noFill/>
            </a:ln>
            <a:effectLst/>
          </c:spPr>
          <c:invertIfNegative val="0"/>
          <c:cat>
            <c:strRef>
              <c:f>Sheet1!$A$2:$A$5</c:f>
              <c:strCache>
                <c:ptCount val="4"/>
                <c:pt idx="0">
                  <c:v>Q1</c:v>
                </c:pt>
                <c:pt idx="1">
                  <c:v>Q2</c:v>
                </c:pt>
                <c:pt idx="2">
                  <c:v>Q3</c:v>
                </c:pt>
                <c:pt idx="3">
                  <c:v>Q4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5FF-4A8B-8217-909ECBBB84C4}"/>
            </c:ext>
          </c:extLst>
        </c:ser>
        <c:ser>
          <c:idx val="1"/>
          <c:order val="1"/>
          <c:tx>
            <c:strRef>
              <c:f>Sheet1!$C$1</c:f>
              <c:strCache>
                <c:ptCount val="1"/>
                <c:pt idx="0">
                  <c:v>Series 2</c:v>
                </c:pt>
              </c:strCache>
            </c:strRef>
          </c:tx>
          <c:spPr>
            <a:solidFill>
              <a:schemeClr val="accent6"/>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5FF-4A8B-8217-909ECBBB84C4}"/>
            </c:ext>
          </c:extLst>
        </c:ser>
        <c:ser>
          <c:idx val="2"/>
          <c:order val="2"/>
          <c:tx>
            <c:strRef>
              <c:f>Sheet1!$D$1</c:f>
              <c:strCache>
                <c:ptCount val="1"/>
                <c:pt idx="0">
                  <c:v>Series 3</c:v>
                </c:pt>
              </c:strCache>
            </c:strRef>
          </c:tx>
          <c:spPr>
            <a:solidFill>
              <a:schemeClr val="accent2">
                <a:lumMod val="90000"/>
              </a:schemeClr>
            </a:solidFill>
            <a:ln>
              <a:noFill/>
            </a:ln>
            <a:effectLst/>
          </c:spPr>
          <c:invertIfNegative val="0"/>
          <c:cat>
            <c:strRef>
              <c:f>Sheet1!$A$2:$A$5</c:f>
              <c:strCache>
                <c:ptCount val="4"/>
                <c:pt idx="0">
                  <c:v>Q1</c:v>
                </c:pt>
                <c:pt idx="1">
                  <c:v>Q2</c:v>
                </c:pt>
                <c:pt idx="2">
                  <c:v>Q3</c:v>
                </c:pt>
                <c:pt idx="3">
                  <c:v>Q4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5FF-4A8B-8217-909ECBBB84C4}"/>
            </c:ext>
          </c:extLst>
        </c:ser>
        <c:dLbls>
          <c:showLegendKey val="0"/>
          <c:showVal val="0"/>
          <c:showCatName val="0"/>
          <c:showSerName val="0"/>
          <c:showPercent val="0"/>
          <c:showBubbleSize val="0"/>
        </c:dLbls>
        <c:gapWidth val="218"/>
        <c:overlap val="-27"/>
        <c:axId val="1958845040"/>
        <c:axId val="1994725328"/>
      </c:barChart>
      <c:catAx>
        <c:axId val="1958845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spc="100" baseline="0">
                <a:solidFill>
                  <a:schemeClr val="tx1"/>
                </a:solidFill>
                <a:latin typeface="Arial" panose="020B0604020202020204" pitchFamily="34" charset="0"/>
                <a:ea typeface="+mn-ea"/>
                <a:cs typeface="Arial" panose="020B0604020202020204" pitchFamily="34" charset="0"/>
              </a:defRPr>
            </a:pPr>
            <a:endParaRPr lang="en-US"/>
          </a:p>
        </c:txPr>
        <c:crossAx val="1994725328"/>
        <c:crosses val="autoZero"/>
        <c:auto val="1"/>
        <c:lblAlgn val="ctr"/>
        <c:lblOffset val="100"/>
        <c:noMultiLvlLbl val="0"/>
      </c:catAx>
      <c:valAx>
        <c:axId val="1994725328"/>
        <c:scaling>
          <c:orientation val="minMax"/>
        </c:scaling>
        <c:delete val="0"/>
        <c:axPos val="l"/>
        <c:majorGridlines>
          <c:spPr>
            <a:ln w="9525" cap="flat" cmpd="sng" algn="ctr">
              <a:solidFill>
                <a:schemeClr val="bg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958845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spc="1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88E34-8C8C-8747-BADB-40E1ACC00129}" type="datetimeFigureOut">
              <a:rPr lang="en-US" smtClean="0"/>
              <a:t>8/27/2026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E5FCA-B2DD-C941-A2C1-638939433487}" type="slidenum">
              <a:rPr lang="en-US" smtClean="0"/>
              <a:t>‹#›</a:t>
            </a:fld>
            <a:endParaRPr lang="en-US" dirty="0"/>
          </a:p>
        </p:txBody>
      </p:sp>
    </p:spTree>
    <p:extLst>
      <p:ext uri="{BB962C8B-B14F-4D97-AF65-F5344CB8AC3E}">
        <p14:creationId xmlns:p14="http://schemas.microsoft.com/office/powerpoint/2010/main" val="352489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E5FCA-B2DD-C941-A2C1-638939433487}" type="slidenum">
              <a:rPr lang="en-US" smtClean="0"/>
              <a:t>1</a:t>
            </a:fld>
            <a:endParaRPr lang="en-US" dirty="0"/>
          </a:p>
        </p:txBody>
      </p:sp>
    </p:spTree>
    <p:extLst>
      <p:ext uri="{BB962C8B-B14F-4D97-AF65-F5344CB8AC3E}">
        <p14:creationId xmlns:p14="http://schemas.microsoft.com/office/powerpoint/2010/main" val="2882009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734DBF-D33A-9B28-288C-C2DAB9E541E7}"/>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D3B0F0-DE71-18AB-7957-4CFA29C3A328}"/>
              </a:ext>
            </a:extLst>
          </p:cNvPr>
          <p:cNvPicPr>
            <a:picLocks noChangeAspect="1"/>
          </p:cNvPicPr>
          <p:nvPr userDrawn="1"/>
        </p:nvPicPr>
        <p:blipFill>
          <a:blip r:embed="rId2"/>
          <a:stretch>
            <a:fillRect/>
          </a:stretch>
        </p:blipFill>
        <p:spPr>
          <a:xfrm>
            <a:off x="0" y="857290"/>
            <a:ext cx="5797296" cy="6000710"/>
          </a:xfrm>
          <a:prstGeom prst="rect">
            <a:avLst/>
          </a:prstGeom>
        </p:spPr>
      </p:pic>
      <p:pic>
        <p:nvPicPr>
          <p:cNvPr id="8" name="Picture 7">
            <a:extLst>
              <a:ext uri="{FF2B5EF4-FFF2-40B4-BE49-F238E27FC236}">
                <a16:creationId xmlns:a16="http://schemas.microsoft.com/office/drawing/2014/main" id="{1F04770F-E995-EF98-B4D1-9F13733EEF07}"/>
              </a:ext>
            </a:extLst>
          </p:cNvPr>
          <p:cNvPicPr>
            <a:picLocks noChangeAspect="1"/>
          </p:cNvPicPr>
          <p:nvPr userDrawn="1"/>
        </p:nvPicPr>
        <p:blipFill>
          <a:blip r:embed="rId3"/>
          <a:stretch>
            <a:fillRect/>
          </a:stretch>
        </p:blipFill>
        <p:spPr>
          <a:xfrm>
            <a:off x="8763000" y="0"/>
            <a:ext cx="3429000" cy="6807199"/>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00000"/>
              </a:lnSpc>
              <a:spcBef>
                <a:spcPts val="1000"/>
              </a:spcBef>
              <a:buNone/>
              <a:defRPr sz="2400" b="1" spc="200" baseline="0"/>
            </a:lvl1pPr>
            <a:lvl2pPr marL="228600">
              <a:lnSpc>
                <a:spcPct val="150000"/>
              </a:lnSpc>
              <a:spcBef>
                <a:spcPts val="1000"/>
              </a:spcBef>
              <a:defRPr sz="2400" spc="100" baseline="0"/>
            </a:lvl2pPr>
            <a:lvl3pPr marL="457200">
              <a:lnSpc>
                <a:spcPct val="150000"/>
              </a:lnSpc>
              <a:spcBef>
                <a:spcPts val="1000"/>
              </a:spcBef>
              <a:defRPr sz="2400" spc="100" baseline="0"/>
            </a:lvl3pPr>
            <a:lvl4pPr marL="685800">
              <a:lnSpc>
                <a:spcPct val="150000"/>
              </a:lnSpc>
              <a:spcBef>
                <a:spcPts val="1000"/>
              </a:spcBef>
              <a:defRPr sz="2400" spc="100" baseline="0"/>
            </a:lvl4pPr>
            <a:lvl5pPr marL="914400">
              <a:lnSpc>
                <a:spcPct val="150000"/>
              </a:lnSpc>
              <a:spcBef>
                <a:spcPts val="1000"/>
              </a:spcBef>
              <a:defRPr sz="24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784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0328C38-4E83-27EA-9D01-DDDF734988CA}"/>
              </a:ext>
            </a:extLst>
          </p:cNvPr>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Picture 9">
            <a:extLst>
              <a:ext uri="{FF2B5EF4-FFF2-40B4-BE49-F238E27FC236}">
                <a16:creationId xmlns:a16="http://schemas.microsoft.com/office/drawing/2014/main" id="{B270B91D-A39E-3D53-DBBB-DF836D19BE1A}"/>
              </a:ext>
            </a:extLst>
          </p:cNvPr>
          <p:cNvPicPr>
            <a:picLocks noChangeAspect="1"/>
          </p:cNvPicPr>
          <p:nvPr userDrawn="1"/>
        </p:nvPicPr>
        <p:blipFill>
          <a:blip r:embed="rId3"/>
          <a:stretch>
            <a:fillRect/>
          </a:stretch>
        </p:blipFill>
        <p:spPr>
          <a:xfrm>
            <a:off x="0" y="0"/>
            <a:ext cx="4654518" cy="523951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150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C1861-1570-5A6A-D3BA-4A17F008A562}"/>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437D9B2-AE86-9092-7072-0F717E3CA831}"/>
              </a:ext>
            </a:extLst>
          </p:cNvPr>
          <p:cNvPicPr>
            <a:picLocks noChangeAspect="1"/>
          </p:cNvPicPr>
          <p:nvPr userDrawn="1"/>
        </p:nvPicPr>
        <p:blipFill>
          <a:blip r:embed="rId2"/>
          <a:stretch>
            <a:fillRect/>
          </a:stretch>
        </p:blipFill>
        <p:spPr>
          <a:xfrm>
            <a:off x="0" y="3655535"/>
            <a:ext cx="4727448" cy="3202465"/>
          </a:xfrm>
          <a:prstGeom prst="rect">
            <a:avLst/>
          </a:prstGeom>
        </p:spPr>
      </p:pic>
      <p:pic>
        <p:nvPicPr>
          <p:cNvPr id="9" name="Picture 8">
            <a:extLst>
              <a:ext uri="{FF2B5EF4-FFF2-40B4-BE49-F238E27FC236}">
                <a16:creationId xmlns:a16="http://schemas.microsoft.com/office/drawing/2014/main" id="{5BF7E0A5-7E8E-4A90-B415-12984C7AB24C}"/>
              </a:ext>
            </a:extLst>
          </p:cNvPr>
          <p:cNvPicPr>
            <a:picLocks noChangeAspect="1"/>
          </p:cNvPicPr>
          <p:nvPr userDrawn="1"/>
        </p:nvPicPr>
        <p:blipFill>
          <a:blip r:embed="rId3"/>
          <a:stretch>
            <a:fillRect/>
          </a:stretch>
        </p:blipFill>
        <p:spPr>
          <a:xfrm>
            <a:off x="6548245" y="0"/>
            <a:ext cx="5643755" cy="231343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6802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FA7995-D0F4-05F2-CDF1-463407E3BA08}"/>
              </a:ext>
            </a:extLst>
          </p:cNvPr>
          <p:cNvPicPr>
            <a:picLocks noChangeAspect="1"/>
          </p:cNvPicPr>
          <p:nvPr userDrawn="1"/>
        </p:nvPicPr>
        <p:blipFill>
          <a:blip r:embed="rId2"/>
          <a:stretch>
            <a:fillRect/>
          </a:stretch>
        </p:blipFill>
        <p:spPr>
          <a:xfrm>
            <a:off x="7031909" y="0"/>
            <a:ext cx="5160091" cy="4041648"/>
          </a:xfrm>
          <a:prstGeom prst="rect">
            <a:avLst/>
          </a:prstGeom>
        </p:spPr>
      </p:pic>
      <p:pic>
        <p:nvPicPr>
          <p:cNvPr id="7" name="Picture 6">
            <a:extLst>
              <a:ext uri="{FF2B5EF4-FFF2-40B4-BE49-F238E27FC236}">
                <a16:creationId xmlns:a16="http://schemas.microsoft.com/office/drawing/2014/main" id="{792D768B-E662-B315-7576-313DFCE2AB40}"/>
              </a:ext>
            </a:extLst>
          </p:cNvPr>
          <p:cNvPicPr>
            <a:picLocks noChangeAspect="1"/>
          </p:cNvPicPr>
          <p:nvPr userDrawn="1"/>
        </p:nvPicPr>
        <p:blipFill>
          <a:blip r:embed="rId3"/>
          <a:stretch>
            <a:fillRect/>
          </a:stretch>
        </p:blipFill>
        <p:spPr>
          <a:xfrm>
            <a:off x="0" y="3127248"/>
            <a:ext cx="4162200" cy="373075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7" y="2441448"/>
            <a:ext cx="10972800" cy="304495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839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303F0-A6CC-605A-D08C-4E4ED07C2FB4}"/>
              </a:ext>
            </a:extLst>
          </p:cNvPr>
          <p:cNvPicPr>
            <a:picLocks noChangeAspect="1"/>
          </p:cNvPicPr>
          <p:nvPr userDrawn="1"/>
        </p:nvPicPr>
        <p:blipFill>
          <a:blip r:embed="rId2"/>
          <a:stretch>
            <a:fillRect/>
          </a:stretch>
        </p:blipFill>
        <p:spPr>
          <a:xfrm>
            <a:off x="0" y="0"/>
            <a:ext cx="4196903" cy="3611880"/>
          </a:xfrm>
          <a:prstGeom prst="rect">
            <a:avLst/>
          </a:prstGeom>
        </p:spPr>
      </p:pic>
      <p:pic>
        <p:nvPicPr>
          <p:cNvPr id="3" name="Picture 2">
            <a:extLst>
              <a:ext uri="{FF2B5EF4-FFF2-40B4-BE49-F238E27FC236}">
                <a16:creationId xmlns:a16="http://schemas.microsoft.com/office/drawing/2014/main" id="{904458FB-E7BB-F476-4A31-9C5AA406E252}"/>
              </a:ext>
            </a:extLst>
          </p:cNvPr>
          <p:cNvPicPr>
            <a:picLocks noChangeAspect="1"/>
          </p:cNvPicPr>
          <p:nvPr userDrawn="1"/>
        </p:nvPicPr>
        <p:blipFill>
          <a:blip r:embed="rId3"/>
          <a:stretch>
            <a:fillRect/>
          </a:stretch>
        </p:blipFill>
        <p:spPr>
          <a:xfrm>
            <a:off x="6202680" y="4079057"/>
            <a:ext cx="5989320" cy="2778943"/>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3063240" y="2651760"/>
            <a:ext cx="6309360" cy="1580714"/>
          </a:xfrm>
        </p:spPr>
        <p:txBody>
          <a:bodyPr lIns="91440" rIns="91440" anchor="t"/>
          <a:lstStyle>
            <a:lvl1pPr algn="l">
              <a:lnSpc>
                <a:spcPct val="100000"/>
              </a:lnSpc>
              <a:defRPr sz="2800" cap="none" spc="200" baseline="0"/>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94138E8D-4D76-2023-4B97-8ACB8894C5F1}"/>
              </a:ext>
            </a:extLst>
          </p:cNvPr>
          <p:cNvSpPr>
            <a:spLocks noGrp="1"/>
          </p:cNvSpPr>
          <p:nvPr>
            <p:ph type="body" sz="quarter" idx="13"/>
          </p:nvPr>
        </p:nvSpPr>
        <p:spPr>
          <a:xfrm>
            <a:off x="3063240" y="4232475"/>
            <a:ext cx="5775960" cy="333945"/>
          </a:xfrm>
        </p:spPr>
        <p:txBody>
          <a:bodyPr/>
          <a:lstStyle>
            <a:lvl1pPr marL="0" indent="0">
              <a:buNone/>
              <a:defRPr sz="1800" spc="200" baseline="0"/>
            </a:lvl1pPr>
          </a:lstStyle>
          <a:p>
            <a:pPr lvl="0"/>
            <a:r>
              <a:rPr lang="en-US"/>
              <a:t>Click to edit Master text styles</a:t>
            </a:r>
          </a:p>
        </p:txBody>
      </p:sp>
      <p:sp>
        <p:nvSpPr>
          <p:cNvPr id="17" name="Text Placeholder 13">
            <a:extLst>
              <a:ext uri="{FF2B5EF4-FFF2-40B4-BE49-F238E27FC236}">
                <a16:creationId xmlns:a16="http://schemas.microsoft.com/office/drawing/2014/main" id="{D1FFE415-7AFC-D826-1BD1-1993DED3B01D}"/>
              </a:ext>
            </a:extLst>
          </p:cNvPr>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
        <p:nvSpPr>
          <p:cNvPr id="18" name="Text Placeholder 13">
            <a:extLst>
              <a:ext uri="{FF2B5EF4-FFF2-40B4-BE49-F238E27FC236}">
                <a16:creationId xmlns:a16="http://schemas.microsoft.com/office/drawing/2014/main" id="{0962DFC0-ADB3-684B-6F72-9C45BB48C248}"/>
              </a:ext>
            </a:extLst>
          </p:cNvPr>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Tree>
    <p:extLst>
      <p:ext uri="{BB962C8B-B14F-4D97-AF65-F5344CB8AC3E}">
        <p14:creationId xmlns:p14="http://schemas.microsoft.com/office/powerpoint/2010/main" val="333087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C6FB24-160F-388E-8450-E5C970E243AB}"/>
              </a:ext>
            </a:extLst>
          </p:cNvPr>
          <p:cNvPicPr>
            <a:picLocks noChangeAspect="1"/>
          </p:cNvPicPr>
          <p:nvPr userDrawn="1"/>
        </p:nvPicPr>
        <p:blipFill>
          <a:blip r:embed="rId2"/>
          <a:stretch>
            <a:fillRect/>
          </a:stretch>
        </p:blipFill>
        <p:spPr>
          <a:xfrm>
            <a:off x="0" y="1764792"/>
            <a:ext cx="5359935" cy="5093208"/>
          </a:xfrm>
          <a:prstGeom prst="rect">
            <a:avLst/>
          </a:prstGeom>
        </p:spPr>
      </p:pic>
      <p:pic>
        <p:nvPicPr>
          <p:cNvPr id="23" name="Picture 22">
            <a:extLst>
              <a:ext uri="{FF2B5EF4-FFF2-40B4-BE49-F238E27FC236}">
                <a16:creationId xmlns:a16="http://schemas.microsoft.com/office/drawing/2014/main" id="{D0AF7F25-1C65-DB7F-9FA3-300318BD4BF4}"/>
              </a:ext>
            </a:extLst>
          </p:cNvPr>
          <p:cNvPicPr>
            <a:picLocks noChangeAspect="1"/>
          </p:cNvPicPr>
          <p:nvPr userDrawn="1"/>
        </p:nvPicPr>
        <p:blipFill>
          <a:blip r:embed="rId3"/>
          <a:stretch>
            <a:fillRect/>
          </a:stretch>
        </p:blipFill>
        <p:spPr>
          <a:xfrm>
            <a:off x="9262085" y="0"/>
            <a:ext cx="2929915" cy="2752344"/>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960120"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858956"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858956"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3730752"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629588"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629588"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6464808"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6363644"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6363644"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9198864"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9097700"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9097700"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6A3FD7E-DF96-B9E4-8D70-DA62CC339081}"/>
              </a:ext>
            </a:extLst>
          </p:cNvPr>
          <p:cNvPicPr>
            <a:picLocks noChangeAspect="1"/>
          </p:cNvPicPr>
          <p:nvPr userDrawn="1"/>
        </p:nvPicPr>
        <p:blipFill>
          <a:blip r:embed="rId2"/>
          <a:stretch>
            <a:fillRect/>
          </a:stretch>
        </p:blipFill>
        <p:spPr>
          <a:xfrm>
            <a:off x="0" y="1766265"/>
            <a:ext cx="5358384" cy="5091735"/>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45720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45720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28" name="Text Placeholder 28">
            <a:extLst>
              <a:ext uri="{FF2B5EF4-FFF2-40B4-BE49-F238E27FC236}">
                <a16:creationId xmlns:a16="http://schemas.microsoft.com/office/drawing/2014/main" id="{739AFCF1-55F0-974F-0F5C-34444B290B55}"/>
              </a:ext>
            </a:extLst>
          </p:cNvPr>
          <p:cNvSpPr>
            <a:spLocks noGrp="1"/>
          </p:cNvSpPr>
          <p:nvPr>
            <p:ph type="body" sz="quarter" idx="29" hasCustomPrompt="1"/>
          </p:nvPr>
        </p:nvSpPr>
        <p:spPr>
          <a:xfrm>
            <a:off x="45720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29" name="Text Placeholder 28">
            <a:extLst>
              <a:ext uri="{FF2B5EF4-FFF2-40B4-BE49-F238E27FC236}">
                <a16:creationId xmlns:a16="http://schemas.microsoft.com/office/drawing/2014/main" id="{77CF7DE5-8E6D-2C2C-A514-BAB6D4B6FF3B}"/>
              </a:ext>
            </a:extLst>
          </p:cNvPr>
          <p:cNvSpPr>
            <a:spLocks noGrp="1"/>
          </p:cNvSpPr>
          <p:nvPr>
            <p:ph type="body" sz="quarter" idx="30" hasCustomPrompt="1"/>
          </p:nvPr>
        </p:nvSpPr>
        <p:spPr>
          <a:xfrm>
            <a:off x="45720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6" name="Picture Placeholder 23">
            <a:extLst>
              <a:ext uri="{FF2B5EF4-FFF2-40B4-BE49-F238E27FC236}">
                <a16:creationId xmlns:a16="http://schemas.microsoft.com/office/drawing/2014/main" id="{5E48B363-63E8-4F17-842B-53AD935A6529}"/>
              </a:ext>
            </a:extLst>
          </p:cNvPr>
          <p:cNvSpPr>
            <a:spLocks noGrp="1" noChangeAspect="1"/>
          </p:cNvSpPr>
          <p:nvPr>
            <p:ph type="pic" sz="quarter" idx="13"/>
          </p:nvPr>
        </p:nvSpPr>
        <p:spPr>
          <a:xfrm>
            <a:off x="1993392"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1" name="Picture Placeholder 23">
            <a:extLst>
              <a:ext uri="{FF2B5EF4-FFF2-40B4-BE49-F238E27FC236}">
                <a16:creationId xmlns:a16="http://schemas.microsoft.com/office/drawing/2014/main" id="{DBA744D6-401F-C995-EF58-BD24A0DD8581}"/>
              </a:ext>
            </a:extLst>
          </p:cNvPr>
          <p:cNvSpPr>
            <a:spLocks noGrp="1" noChangeAspect="1"/>
          </p:cNvSpPr>
          <p:nvPr>
            <p:ph type="pic" sz="quarter" idx="25"/>
          </p:nvPr>
        </p:nvSpPr>
        <p:spPr>
          <a:xfrm>
            <a:off x="1993392"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218688"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218688"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0" name="Text Placeholder 28">
            <a:extLst>
              <a:ext uri="{FF2B5EF4-FFF2-40B4-BE49-F238E27FC236}">
                <a16:creationId xmlns:a16="http://schemas.microsoft.com/office/drawing/2014/main" id="{B1201CED-247A-16CA-9F03-BF32393D3B56}"/>
              </a:ext>
            </a:extLst>
          </p:cNvPr>
          <p:cNvSpPr>
            <a:spLocks noGrp="1"/>
          </p:cNvSpPr>
          <p:nvPr>
            <p:ph type="body" sz="quarter" idx="31" hasCustomPrompt="1"/>
          </p:nvPr>
        </p:nvSpPr>
        <p:spPr>
          <a:xfrm>
            <a:off x="3218688"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1" name="Text Placeholder 28">
            <a:extLst>
              <a:ext uri="{FF2B5EF4-FFF2-40B4-BE49-F238E27FC236}">
                <a16:creationId xmlns:a16="http://schemas.microsoft.com/office/drawing/2014/main" id="{2D5FA954-036C-191F-7040-1848AB2BE3CA}"/>
              </a:ext>
            </a:extLst>
          </p:cNvPr>
          <p:cNvSpPr>
            <a:spLocks noGrp="1"/>
          </p:cNvSpPr>
          <p:nvPr>
            <p:ph type="body" sz="quarter" idx="32" hasCustomPrompt="1"/>
          </p:nvPr>
        </p:nvSpPr>
        <p:spPr>
          <a:xfrm>
            <a:off x="3218688"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noChangeAspect="1"/>
          </p:cNvSpPr>
          <p:nvPr>
            <p:ph type="pic" sz="quarter" idx="14"/>
          </p:nvPr>
        </p:nvSpPr>
        <p:spPr>
          <a:xfrm>
            <a:off x="4745736"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3" name="Picture Placeholder 23">
            <a:extLst>
              <a:ext uri="{FF2B5EF4-FFF2-40B4-BE49-F238E27FC236}">
                <a16:creationId xmlns:a16="http://schemas.microsoft.com/office/drawing/2014/main" id="{8CFBAF86-D36B-F789-2C9C-78C6830B13C9}"/>
              </a:ext>
            </a:extLst>
          </p:cNvPr>
          <p:cNvSpPr>
            <a:spLocks noGrp="1" noChangeAspect="1"/>
          </p:cNvSpPr>
          <p:nvPr>
            <p:ph type="pic" sz="quarter" idx="26"/>
          </p:nvPr>
        </p:nvSpPr>
        <p:spPr>
          <a:xfrm>
            <a:off x="4745736"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5966787"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5966787"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2" name="Text Placeholder 28">
            <a:extLst>
              <a:ext uri="{FF2B5EF4-FFF2-40B4-BE49-F238E27FC236}">
                <a16:creationId xmlns:a16="http://schemas.microsoft.com/office/drawing/2014/main" id="{6E32CE61-2D9B-C245-0D18-C33760B08537}"/>
              </a:ext>
            </a:extLst>
          </p:cNvPr>
          <p:cNvSpPr>
            <a:spLocks noGrp="1"/>
          </p:cNvSpPr>
          <p:nvPr>
            <p:ph type="body" sz="quarter" idx="33" hasCustomPrompt="1"/>
          </p:nvPr>
        </p:nvSpPr>
        <p:spPr>
          <a:xfrm>
            <a:off x="5966787"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3" name="Text Placeholder 28">
            <a:extLst>
              <a:ext uri="{FF2B5EF4-FFF2-40B4-BE49-F238E27FC236}">
                <a16:creationId xmlns:a16="http://schemas.microsoft.com/office/drawing/2014/main" id="{E4068D0A-21CD-897C-9CC1-0BFDAABBD491}"/>
              </a:ext>
            </a:extLst>
          </p:cNvPr>
          <p:cNvSpPr>
            <a:spLocks noGrp="1"/>
          </p:cNvSpPr>
          <p:nvPr>
            <p:ph type="body" sz="quarter" idx="34" hasCustomPrompt="1"/>
          </p:nvPr>
        </p:nvSpPr>
        <p:spPr>
          <a:xfrm>
            <a:off x="5966787"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noChangeAspect="1"/>
          </p:cNvSpPr>
          <p:nvPr>
            <p:ph type="pic" sz="quarter" idx="15"/>
          </p:nvPr>
        </p:nvSpPr>
        <p:spPr>
          <a:xfrm>
            <a:off x="7498080"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6" name="Picture Placeholder 23">
            <a:extLst>
              <a:ext uri="{FF2B5EF4-FFF2-40B4-BE49-F238E27FC236}">
                <a16:creationId xmlns:a16="http://schemas.microsoft.com/office/drawing/2014/main" id="{C110D526-1AE4-5106-E956-0B2ED3A4D4BC}"/>
              </a:ext>
            </a:extLst>
          </p:cNvPr>
          <p:cNvSpPr>
            <a:spLocks noGrp="1" noChangeAspect="1"/>
          </p:cNvSpPr>
          <p:nvPr>
            <p:ph type="pic" sz="quarter" idx="27"/>
          </p:nvPr>
        </p:nvSpPr>
        <p:spPr>
          <a:xfrm>
            <a:off x="7498080"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873252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873252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4" name="Text Placeholder 28">
            <a:extLst>
              <a:ext uri="{FF2B5EF4-FFF2-40B4-BE49-F238E27FC236}">
                <a16:creationId xmlns:a16="http://schemas.microsoft.com/office/drawing/2014/main" id="{3858F91A-46AA-AF23-2716-3B2B678BBE01}"/>
              </a:ext>
            </a:extLst>
          </p:cNvPr>
          <p:cNvSpPr>
            <a:spLocks noGrp="1"/>
          </p:cNvSpPr>
          <p:nvPr>
            <p:ph type="body" sz="quarter" idx="35" hasCustomPrompt="1"/>
          </p:nvPr>
        </p:nvSpPr>
        <p:spPr>
          <a:xfrm>
            <a:off x="873252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5" name="Text Placeholder 28">
            <a:extLst>
              <a:ext uri="{FF2B5EF4-FFF2-40B4-BE49-F238E27FC236}">
                <a16:creationId xmlns:a16="http://schemas.microsoft.com/office/drawing/2014/main" id="{EBC002F6-7435-833F-0E8B-30A53B0755AE}"/>
              </a:ext>
            </a:extLst>
          </p:cNvPr>
          <p:cNvSpPr>
            <a:spLocks noGrp="1"/>
          </p:cNvSpPr>
          <p:nvPr>
            <p:ph type="body" sz="quarter" idx="36" hasCustomPrompt="1"/>
          </p:nvPr>
        </p:nvSpPr>
        <p:spPr>
          <a:xfrm>
            <a:off x="873252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noChangeAspect="1"/>
          </p:cNvSpPr>
          <p:nvPr>
            <p:ph type="pic" sz="quarter" idx="16"/>
          </p:nvPr>
        </p:nvSpPr>
        <p:spPr>
          <a:xfrm>
            <a:off x="10250424"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7" name="Picture Placeholder 23">
            <a:extLst>
              <a:ext uri="{FF2B5EF4-FFF2-40B4-BE49-F238E27FC236}">
                <a16:creationId xmlns:a16="http://schemas.microsoft.com/office/drawing/2014/main" id="{2CBF8435-BD05-F386-4E6E-F2B6F6894FD7}"/>
              </a:ext>
            </a:extLst>
          </p:cNvPr>
          <p:cNvSpPr>
            <a:spLocks noGrp="1" noChangeAspect="1"/>
          </p:cNvSpPr>
          <p:nvPr>
            <p:ph type="pic" sz="quarter" idx="28"/>
          </p:nvPr>
        </p:nvSpPr>
        <p:spPr>
          <a:xfrm>
            <a:off x="10250424"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552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 Colum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345C5D8-082A-AC27-3801-7A6EC37519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09"/>
          <a:stretch/>
        </p:blipFill>
        <p:spPr>
          <a:xfrm>
            <a:off x="0" y="0"/>
            <a:ext cx="5467552" cy="2350008"/>
          </a:xfrm>
          <a:prstGeom prst="rect">
            <a:avLst/>
          </a:prstGeom>
        </p:spPr>
      </p:pic>
      <p:pic>
        <p:nvPicPr>
          <p:cNvPr id="15" name="Picture 14">
            <a:extLst>
              <a:ext uri="{FF2B5EF4-FFF2-40B4-BE49-F238E27FC236}">
                <a16:creationId xmlns:a16="http://schemas.microsoft.com/office/drawing/2014/main" id="{3531883F-9B23-B442-5F02-C2D25BB37CA5}"/>
              </a:ext>
            </a:extLst>
          </p:cNvPr>
          <p:cNvPicPr>
            <a:picLocks noChangeAspect="1"/>
          </p:cNvPicPr>
          <p:nvPr userDrawn="1"/>
        </p:nvPicPr>
        <p:blipFill>
          <a:blip r:embed="rId3"/>
          <a:stretch>
            <a:fillRect/>
          </a:stretch>
        </p:blipFill>
        <p:spPr>
          <a:xfrm>
            <a:off x="7241236" y="1234440"/>
            <a:ext cx="4950764" cy="5623560"/>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3127248"/>
            <a:ext cx="2029968" cy="2514600"/>
          </a:xfrm>
          <a:solidFill>
            <a:schemeClr val="accent6">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284378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2843784" y="3127248"/>
            <a:ext cx="2029968" cy="2514600"/>
          </a:xfrm>
          <a:solidFill>
            <a:schemeClr val="accent5">
              <a:alpha val="3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508406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5084064"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0" name="Text Placeholder 4">
            <a:extLst>
              <a:ext uri="{FF2B5EF4-FFF2-40B4-BE49-F238E27FC236}">
                <a16:creationId xmlns:a16="http://schemas.microsoft.com/office/drawing/2014/main" id="{843F725B-A33F-7FB2-E5C4-96EA154660E9}"/>
              </a:ext>
            </a:extLst>
          </p:cNvPr>
          <p:cNvSpPr>
            <a:spLocks noGrp="1"/>
          </p:cNvSpPr>
          <p:nvPr>
            <p:ph type="body" sz="quarter" idx="15"/>
          </p:nvPr>
        </p:nvSpPr>
        <p:spPr>
          <a:xfrm>
            <a:off x="7315200"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5">
            <a:extLst>
              <a:ext uri="{FF2B5EF4-FFF2-40B4-BE49-F238E27FC236}">
                <a16:creationId xmlns:a16="http://schemas.microsoft.com/office/drawing/2014/main" id="{D9DD0DA7-5A1E-5312-178F-13561EF7C233}"/>
              </a:ext>
            </a:extLst>
          </p:cNvPr>
          <p:cNvSpPr>
            <a:spLocks noGrp="1"/>
          </p:cNvSpPr>
          <p:nvPr>
            <p:ph sz="quarter" idx="16"/>
          </p:nvPr>
        </p:nvSpPr>
        <p:spPr>
          <a:xfrm>
            <a:off x="7315200" y="3127248"/>
            <a:ext cx="2029968" cy="2514600"/>
          </a:xfrm>
          <a:solidFill>
            <a:schemeClr val="accent1">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2" name="Text Placeholder 4">
            <a:extLst>
              <a:ext uri="{FF2B5EF4-FFF2-40B4-BE49-F238E27FC236}">
                <a16:creationId xmlns:a16="http://schemas.microsoft.com/office/drawing/2014/main" id="{5FBC3880-98AC-466C-7AD1-FDC8B3958705}"/>
              </a:ext>
            </a:extLst>
          </p:cNvPr>
          <p:cNvSpPr>
            <a:spLocks noGrp="1"/>
          </p:cNvSpPr>
          <p:nvPr>
            <p:ph type="body" sz="quarter" idx="17"/>
          </p:nvPr>
        </p:nvSpPr>
        <p:spPr>
          <a:xfrm>
            <a:off x="9546336"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5">
            <a:extLst>
              <a:ext uri="{FF2B5EF4-FFF2-40B4-BE49-F238E27FC236}">
                <a16:creationId xmlns:a16="http://schemas.microsoft.com/office/drawing/2014/main" id="{24965100-8EF5-0264-CEE5-BD5BF1901635}"/>
              </a:ext>
            </a:extLst>
          </p:cNvPr>
          <p:cNvSpPr>
            <a:spLocks noGrp="1"/>
          </p:cNvSpPr>
          <p:nvPr>
            <p:ph sz="quarter" idx="18"/>
          </p:nvPr>
        </p:nvSpPr>
        <p:spPr>
          <a:xfrm>
            <a:off x="9546336"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865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C3D06-2435-B655-8AA5-11CCBBEF19D4}"/>
              </a:ext>
            </a:extLst>
          </p:cNvPr>
          <p:cNvPicPr>
            <a:picLocks noChangeAspect="1"/>
          </p:cNvPicPr>
          <p:nvPr userDrawn="1"/>
        </p:nvPicPr>
        <p:blipFill>
          <a:blip r:embed="rId2"/>
          <a:stretch>
            <a:fillRect/>
          </a:stretch>
        </p:blipFill>
        <p:spPr>
          <a:xfrm>
            <a:off x="8762234" y="0"/>
            <a:ext cx="3429766" cy="6821424"/>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4" name="Text Placeholder 33">
            <a:extLst>
              <a:ext uri="{FF2B5EF4-FFF2-40B4-BE49-F238E27FC236}">
                <a16:creationId xmlns:a16="http://schemas.microsoft.com/office/drawing/2014/main" id="{5D1E9421-BC85-99CB-EB40-1863FA622747}"/>
              </a:ext>
            </a:extLst>
          </p:cNvPr>
          <p:cNvSpPr>
            <a:spLocks noGrp="1"/>
          </p:cNvSpPr>
          <p:nvPr>
            <p:ph type="body" sz="quarter" idx="13" hasCustomPrompt="1"/>
          </p:nvPr>
        </p:nvSpPr>
        <p:spPr>
          <a:xfrm rot="16200000">
            <a:off x="-25907" y="3072704"/>
            <a:ext cx="1783080" cy="512064"/>
          </a:xfrm>
          <a:solidFill>
            <a:schemeClr val="accent1"/>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1" name="Text Placeholder 40">
            <a:extLst>
              <a:ext uri="{FF2B5EF4-FFF2-40B4-BE49-F238E27FC236}">
                <a16:creationId xmlns:a16="http://schemas.microsoft.com/office/drawing/2014/main" id="{47BABAF8-5220-1E24-CE43-927FCCA269AE}"/>
              </a:ext>
            </a:extLst>
          </p:cNvPr>
          <p:cNvSpPr>
            <a:spLocks noGrp="1"/>
          </p:cNvSpPr>
          <p:nvPr>
            <p:ph type="body" sz="quarter" idx="18"/>
          </p:nvPr>
        </p:nvSpPr>
        <p:spPr>
          <a:xfrm>
            <a:off x="1146218" y="2432434"/>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8" name="Text Placeholder 33">
            <a:extLst>
              <a:ext uri="{FF2B5EF4-FFF2-40B4-BE49-F238E27FC236}">
                <a16:creationId xmlns:a16="http://schemas.microsoft.com/office/drawing/2014/main" id="{F1D095F8-4552-1F88-C37B-99775B68ACCE}"/>
              </a:ext>
            </a:extLst>
          </p:cNvPr>
          <p:cNvSpPr>
            <a:spLocks noGrp="1"/>
          </p:cNvSpPr>
          <p:nvPr>
            <p:ph type="body" sz="quarter" idx="16" hasCustomPrompt="1"/>
          </p:nvPr>
        </p:nvSpPr>
        <p:spPr>
          <a:xfrm rot="16200000">
            <a:off x="2196136" y="4517644"/>
            <a:ext cx="1783080" cy="512064"/>
          </a:xfrm>
          <a:solidFill>
            <a:schemeClr val="accent2"/>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8" name="Text Placeholder 40">
            <a:extLst>
              <a:ext uri="{FF2B5EF4-FFF2-40B4-BE49-F238E27FC236}">
                <a16:creationId xmlns:a16="http://schemas.microsoft.com/office/drawing/2014/main" id="{4C4BFA3E-7B57-DCDD-4EA6-16C64A3756BF}"/>
              </a:ext>
            </a:extLst>
          </p:cNvPr>
          <p:cNvSpPr>
            <a:spLocks noGrp="1"/>
          </p:cNvSpPr>
          <p:nvPr>
            <p:ph type="body" sz="quarter" idx="22"/>
          </p:nvPr>
        </p:nvSpPr>
        <p:spPr>
          <a:xfrm>
            <a:off x="3383307"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5" name="Text Placeholder 33">
            <a:extLst>
              <a:ext uri="{FF2B5EF4-FFF2-40B4-BE49-F238E27FC236}">
                <a16:creationId xmlns:a16="http://schemas.microsoft.com/office/drawing/2014/main" id="{C65BF0DD-74C0-E055-CCAC-600751F51727}"/>
              </a:ext>
            </a:extLst>
          </p:cNvPr>
          <p:cNvSpPr>
            <a:spLocks noGrp="1"/>
          </p:cNvSpPr>
          <p:nvPr>
            <p:ph type="body" sz="quarter" idx="14" hasCustomPrompt="1"/>
          </p:nvPr>
        </p:nvSpPr>
        <p:spPr>
          <a:xfrm rot="16200000">
            <a:off x="4418179" y="3067943"/>
            <a:ext cx="1783080" cy="512064"/>
          </a:xfrm>
          <a:solidFill>
            <a:schemeClr val="accent3"/>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4" name="Text Placeholder 40">
            <a:extLst>
              <a:ext uri="{FF2B5EF4-FFF2-40B4-BE49-F238E27FC236}">
                <a16:creationId xmlns:a16="http://schemas.microsoft.com/office/drawing/2014/main" id="{25927394-D1A0-C084-C689-F7A4EEE924CB}"/>
              </a:ext>
            </a:extLst>
          </p:cNvPr>
          <p:cNvSpPr>
            <a:spLocks noGrp="1"/>
          </p:cNvSpPr>
          <p:nvPr>
            <p:ph type="body" sz="quarter" idx="19"/>
          </p:nvPr>
        </p:nvSpPr>
        <p:spPr>
          <a:xfrm>
            <a:off x="5589586" y="2432435"/>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9" name="Text Placeholder 33">
            <a:extLst>
              <a:ext uri="{FF2B5EF4-FFF2-40B4-BE49-F238E27FC236}">
                <a16:creationId xmlns:a16="http://schemas.microsoft.com/office/drawing/2014/main" id="{08F0F1F2-0D4E-95EA-349B-D734163FD55B}"/>
              </a:ext>
            </a:extLst>
          </p:cNvPr>
          <p:cNvSpPr>
            <a:spLocks noGrp="1"/>
          </p:cNvSpPr>
          <p:nvPr>
            <p:ph type="body" sz="quarter" idx="17" hasCustomPrompt="1"/>
          </p:nvPr>
        </p:nvSpPr>
        <p:spPr>
          <a:xfrm rot="16200000">
            <a:off x="6640222" y="4517644"/>
            <a:ext cx="1783080" cy="512064"/>
          </a:xfrm>
          <a:solidFill>
            <a:schemeClr val="accent4"/>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6" name="Text Placeholder 40">
            <a:extLst>
              <a:ext uri="{FF2B5EF4-FFF2-40B4-BE49-F238E27FC236}">
                <a16:creationId xmlns:a16="http://schemas.microsoft.com/office/drawing/2014/main" id="{B322E7EB-0174-5A8C-5BE3-F501B5670FAD}"/>
              </a:ext>
            </a:extLst>
          </p:cNvPr>
          <p:cNvSpPr>
            <a:spLocks noGrp="1"/>
          </p:cNvSpPr>
          <p:nvPr>
            <p:ph type="body" sz="quarter" idx="21"/>
          </p:nvPr>
        </p:nvSpPr>
        <p:spPr>
          <a:xfrm>
            <a:off x="7827392"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6" name="Text Placeholder 33">
            <a:extLst>
              <a:ext uri="{FF2B5EF4-FFF2-40B4-BE49-F238E27FC236}">
                <a16:creationId xmlns:a16="http://schemas.microsoft.com/office/drawing/2014/main" id="{36C15449-A445-41A6-EAD9-37446450CC14}"/>
              </a:ext>
            </a:extLst>
          </p:cNvPr>
          <p:cNvSpPr>
            <a:spLocks noGrp="1"/>
          </p:cNvSpPr>
          <p:nvPr>
            <p:ph type="body" sz="quarter" idx="15" hasCustomPrompt="1"/>
          </p:nvPr>
        </p:nvSpPr>
        <p:spPr>
          <a:xfrm rot="16200000">
            <a:off x="8862264" y="3072704"/>
            <a:ext cx="1783080" cy="512064"/>
          </a:xfrm>
          <a:solidFill>
            <a:schemeClr val="accent5"/>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5" name="Text Placeholder 40">
            <a:extLst>
              <a:ext uri="{FF2B5EF4-FFF2-40B4-BE49-F238E27FC236}">
                <a16:creationId xmlns:a16="http://schemas.microsoft.com/office/drawing/2014/main" id="{E6B7327B-EA3B-790D-AB08-0ED1D2FB401B}"/>
              </a:ext>
            </a:extLst>
          </p:cNvPr>
          <p:cNvSpPr>
            <a:spLocks noGrp="1"/>
          </p:cNvSpPr>
          <p:nvPr>
            <p:ph type="body" sz="quarter" idx="20"/>
          </p:nvPr>
        </p:nvSpPr>
        <p:spPr>
          <a:xfrm>
            <a:off x="10035230" y="2437196"/>
            <a:ext cx="1796654"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2120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70F102-837A-486A-0CD4-E957B66B872C}"/>
              </a:ext>
            </a:extLst>
          </p:cNvPr>
          <p:cNvPicPr>
            <a:picLocks noChangeAspect="1"/>
          </p:cNvPicPr>
          <p:nvPr userDrawn="1"/>
        </p:nvPicPr>
        <p:blipFill>
          <a:blip r:embed="rId2"/>
          <a:stretch>
            <a:fillRect/>
          </a:stretch>
        </p:blipFill>
        <p:spPr>
          <a:xfrm>
            <a:off x="0" y="3931920"/>
            <a:ext cx="5470497" cy="2926080"/>
          </a:xfrm>
          <a:prstGeom prst="rect">
            <a:avLst/>
          </a:prstGeom>
        </p:spPr>
      </p:pic>
      <p:pic>
        <p:nvPicPr>
          <p:cNvPr id="16" name="Picture 15">
            <a:extLst>
              <a:ext uri="{FF2B5EF4-FFF2-40B4-BE49-F238E27FC236}">
                <a16:creationId xmlns:a16="http://schemas.microsoft.com/office/drawing/2014/main" id="{519FAF77-1797-C11F-A1A9-B351E30B37C2}"/>
              </a:ext>
            </a:extLst>
          </p:cNvPr>
          <p:cNvPicPr>
            <a:picLocks noChangeAspect="1"/>
          </p:cNvPicPr>
          <p:nvPr userDrawn="1"/>
        </p:nvPicPr>
        <p:blipFill>
          <a:blip r:embed="rId3"/>
          <a:stretch>
            <a:fillRect/>
          </a:stretch>
        </p:blipFill>
        <p:spPr>
          <a:xfrm>
            <a:off x="7208215" y="0"/>
            <a:ext cx="4983785" cy="2276856"/>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5157787"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5157787"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6400800" y="2438400"/>
            <a:ext cx="5183188"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400800" y="2871216"/>
            <a:ext cx="5183188"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hree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1E66A3-7FD1-08A5-8B20-36C5331DCF69}"/>
              </a:ext>
            </a:extLst>
          </p:cNvPr>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Picture 13">
            <a:extLst>
              <a:ext uri="{FF2B5EF4-FFF2-40B4-BE49-F238E27FC236}">
                <a16:creationId xmlns:a16="http://schemas.microsoft.com/office/drawing/2014/main" id="{4464B067-71A6-CB30-BD46-5499FAAE00F9}"/>
              </a:ext>
            </a:extLst>
          </p:cNvPr>
          <p:cNvPicPr>
            <a:picLocks noChangeAspect="1"/>
          </p:cNvPicPr>
          <p:nvPr userDrawn="1"/>
        </p:nvPicPr>
        <p:blipFill>
          <a:blip r:embed="rId3"/>
          <a:stretch>
            <a:fillRect/>
          </a:stretch>
        </p:blipFill>
        <p:spPr>
          <a:xfrm>
            <a:off x="0" y="0"/>
            <a:ext cx="5458968" cy="2919913"/>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0740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0740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8183880"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8183880"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9287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F45936-2436-D9FD-A05D-F3C70F90FDCC}"/>
              </a:ext>
            </a:extLst>
          </p:cNvPr>
          <p:cNvPicPr>
            <a:picLocks noChangeAspect="1"/>
          </p:cNvPicPr>
          <p:nvPr userDrawn="1"/>
        </p:nvPicPr>
        <p:blipFill>
          <a:blip r:embed="rId2"/>
          <a:stretch>
            <a:fillRect/>
          </a:stretch>
        </p:blipFill>
        <p:spPr>
          <a:xfrm>
            <a:off x="0" y="3758530"/>
            <a:ext cx="4700016" cy="3099470"/>
          </a:xfrm>
          <a:prstGeom prst="rect">
            <a:avLst/>
          </a:prstGeom>
        </p:spPr>
      </p:pic>
      <p:pic>
        <p:nvPicPr>
          <p:cNvPr id="8" name="Picture 7">
            <a:extLst>
              <a:ext uri="{FF2B5EF4-FFF2-40B4-BE49-F238E27FC236}">
                <a16:creationId xmlns:a16="http://schemas.microsoft.com/office/drawing/2014/main" id="{0DF862D5-CF3B-E45B-934F-ACEF42B35BB4}"/>
              </a:ext>
            </a:extLst>
          </p:cNvPr>
          <p:cNvPicPr>
            <a:picLocks noChangeAspect="1"/>
          </p:cNvPicPr>
          <p:nvPr userDrawn="1"/>
        </p:nvPicPr>
        <p:blipFill>
          <a:blip r:embed="rId3"/>
          <a:stretch>
            <a:fillRect/>
          </a:stretch>
        </p:blipFill>
        <p:spPr>
          <a:xfrm>
            <a:off x="0" y="0"/>
            <a:ext cx="5148072" cy="3436275"/>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88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9AFB71-7F33-280E-7877-06F4AFFF063A}"/>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348386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4035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3BDEDC48-AA67-6FC9-FF0E-CD3CB49A502F}"/>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418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5754AE8D-13E4-BDDA-7C36-A9E08FD0A0E8}"/>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CE37136-8479-8CDC-7EEB-030C1A8151EF}"/>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1DC6EFE9-BD9C-6124-823A-BD1C488321D2}"/>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21B53473-DF27-C657-627F-ED66976E076B}"/>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E020D11E-3FF2-1E7F-038B-4F9534916FE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&lt;##&gt;</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1" r:id="rId4"/>
    <p:sldLayoutId id="2147483662" r:id="rId5"/>
    <p:sldLayoutId id="2147483665" r:id="rId6"/>
    <p:sldLayoutId id="2147483669" r:id="rId7"/>
    <p:sldLayoutId id="2147483658" r:id="rId8"/>
    <p:sldLayoutId id="2147483666" r:id="rId9"/>
    <p:sldLayoutId id="2147483668" r:id="rId10"/>
    <p:sldLayoutId id="2147483670" r:id="rId11"/>
    <p:sldLayoutId id="2147483653" r:id="rId12"/>
    <p:sldLayoutId id="2147483667" r:id="rId13"/>
    <p:sldLayoutId id="2147483661" r:id="rId14"/>
    <p:sldLayoutId id="2147483660" r:id="rId15"/>
    <p:sldLayoutId id="2147483655" r:id="rId16"/>
    <p:sldLayoutId id="2147483659"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lstStyle/>
          <a:p>
            <a:r>
              <a:rPr lang="en-US" dirty="0"/>
              <a:t>Library </a:t>
            </a:r>
            <a:r>
              <a:rPr lang="en-US" dirty="0" err="1"/>
              <a:t>APi</a:t>
            </a:r>
            <a:endParaRPr lang="en-US" dirty="0"/>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lstStyle/>
          <a:p>
            <a:r>
              <a:rPr lang="en-US" dirty="0"/>
              <a:t>Created By: Muhammad </a:t>
            </a:r>
            <a:r>
              <a:rPr lang="en-US" dirty="0" err="1"/>
              <a:t>Arhum</a:t>
            </a:r>
            <a:r>
              <a:rPr lang="en-US" dirty="0"/>
              <a:t> Irfan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F4EFB8-B32B-E305-CA40-1BDEF9E3C5D6}"/>
              </a:ext>
            </a:extLst>
          </p:cNvPr>
          <p:cNvSpPr>
            <a:spLocks noGrp="1"/>
          </p:cNvSpPr>
          <p:nvPr>
            <p:ph type="title"/>
          </p:nvPr>
        </p:nvSpPr>
        <p:spPr/>
        <p:txBody>
          <a:bodyPr/>
          <a:lstStyle/>
          <a:p>
            <a:r>
              <a:rPr lang="en-US" dirty="0"/>
              <a:t>Overview </a:t>
            </a:r>
          </a:p>
        </p:txBody>
      </p:sp>
      <p:sp>
        <p:nvSpPr>
          <p:cNvPr id="2" name="Footer Placeholder 1">
            <a:extLst>
              <a:ext uri="{FF2B5EF4-FFF2-40B4-BE49-F238E27FC236}">
                <a16:creationId xmlns:a16="http://schemas.microsoft.com/office/drawing/2014/main" id="{70640A05-A075-B6F7-8485-592305845518}"/>
              </a:ext>
            </a:extLst>
          </p:cNvPr>
          <p:cNvSpPr>
            <a:spLocks noGrp="1"/>
          </p:cNvSpPr>
          <p:nvPr>
            <p:ph type="ftr" sz="quarter" idx="11"/>
          </p:nvPr>
        </p:nvSpPr>
        <p:spPr/>
        <p:txBody>
          <a:bodyPr/>
          <a:lstStyle/>
          <a:p>
            <a:r>
              <a:rPr lang="en-US" dirty="0"/>
              <a:t>Library based API</a:t>
            </a:r>
          </a:p>
        </p:txBody>
      </p:sp>
      <p:sp>
        <p:nvSpPr>
          <p:cNvPr id="5" name="Content Placeholder 4">
            <a:extLst>
              <a:ext uri="{FF2B5EF4-FFF2-40B4-BE49-F238E27FC236}">
                <a16:creationId xmlns:a16="http://schemas.microsoft.com/office/drawing/2014/main" id="{3602EF04-C343-BFD2-AB41-A62063075783}"/>
              </a:ext>
            </a:extLst>
          </p:cNvPr>
          <p:cNvSpPr>
            <a:spLocks noGrp="1"/>
          </p:cNvSpPr>
          <p:nvPr>
            <p:ph sz="quarter" idx="13"/>
          </p:nvPr>
        </p:nvSpPr>
        <p:spPr/>
        <p:txBody>
          <a:bodyPr/>
          <a:lstStyle/>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Architecture</a:t>
            </a:r>
          </a:p>
          <a:p>
            <a:pPr marL="342900" indent="-342900">
              <a:buFont typeface="Arial" panose="020B0604020202020204" pitchFamily="34" charset="0"/>
              <a:buChar char="•"/>
            </a:pPr>
            <a:r>
              <a:rPr lang="en-US" dirty="0"/>
              <a:t>Core Database Models</a:t>
            </a:r>
          </a:p>
          <a:p>
            <a:pPr marL="342900" indent="-342900">
              <a:buFont typeface="Arial" panose="020B0604020202020204" pitchFamily="34" charset="0"/>
              <a:buChar char="•"/>
            </a:pPr>
            <a:r>
              <a:rPr lang="en-US" dirty="0"/>
              <a:t>Business Logic </a:t>
            </a:r>
          </a:p>
          <a:p>
            <a:pPr marL="342900" indent="-342900">
              <a:buFont typeface="Arial" panose="020B0604020202020204" pitchFamily="34" charset="0"/>
              <a:buChar char="•"/>
            </a:pPr>
            <a:r>
              <a:rPr lang="en-US" dirty="0"/>
              <a:t>SQA and Testing</a:t>
            </a:r>
          </a:p>
          <a:p>
            <a:pPr marL="342900" indent="-342900">
              <a:buFont typeface="Arial" panose="020B0604020202020204" pitchFamily="34" charset="0"/>
              <a:buChar char="•"/>
            </a:pPr>
            <a:r>
              <a:rPr lang="en-US" dirty="0"/>
              <a:t>Conclusion</a:t>
            </a:r>
          </a:p>
        </p:txBody>
      </p:sp>
      <p:sp>
        <p:nvSpPr>
          <p:cNvPr id="3" name="Slide Number Placeholder 2">
            <a:extLst>
              <a:ext uri="{FF2B5EF4-FFF2-40B4-BE49-F238E27FC236}">
                <a16:creationId xmlns:a16="http://schemas.microsoft.com/office/drawing/2014/main" id="{4A003396-B624-401E-50C6-C0BB01AF161D}"/>
              </a:ext>
            </a:extLst>
          </p:cNvPr>
          <p:cNvSpPr>
            <a:spLocks noGrp="1"/>
          </p:cNvSpPr>
          <p:nvPr>
            <p:ph type="sldNum" sz="quarter" idx="12"/>
          </p:nvPr>
        </p:nvSpPr>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330716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a:xfrm>
            <a:off x="228600" y="1216152"/>
            <a:ext cx="5568696" cy="4416552"/>
          </a:xfrm>
        </p:spPr>
        <p:txBody>
          <a:bodyPr/>
          <a:lstStyle/>
          <a:p>
            <a:r>
              <a:rPr lang="en-US" dirty="0"/>
              <a:t>INTRODUCTION</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Library API</a:t>
            </a:r>
          </a:p>
        </p:txBody>
      </p:sp>
      <p:sp>
        <p:nvSpPr>
          <p:cNvPr id="5" name="Content Placeholder 4">
            <a:extLst>
              <a:ext uri="{FF2B5EF4-FFF2-40B4-BE49-F238E27FC236}">
                <a16:creationId xmlns:a16="http://schemas.microsoft.com/office/drawing/2014/main" id="{95D67805-CCBD-8182-540F-93068A90C4E8}"/>
              </a:ext>
            </a:extLst>
          </p:cNvPr>
          <p:cNvSpPr>
            <a:spLocks noGrp="1"/>
          </p:cNvSpPr>
          <p:nvPr>
            <p:ph sz="quarter" idx="13"/>
          </p:nvPr>
        </p:nvSpPr>
        <p:spPr/>
        <p:txBody>
          <a:bodyPr/>
          <a:lstStyle/>
          <a:p>
            <a:r>
              <a:rPr lang="en-US" dirty="0"/>
              <a:t>The API Project was created to tackle a specific problem. That being to transitioning a fragile, unstructured legacy program that relied on unreliable text file for data storing/accessing, and turning that into a fast web-based API service.</a:t>
            </a:r>
          </a:p>
        </p:txBody>
      </p:sp>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42205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EB107-01FC-CE5A-B0EB-F17517ADDDDF}"/>
              </a:ext>
            </a:extLst>
          </p:cNvPr>
          <p:cNvSpPr>
            <a:spLocks noGrp="1"/>
          </p:cNvSpPr>
          <p:nvPr>
            <p:ph type="title"/>
          </p:nvPr>
        </p:nvSpPr>
        <p:spPr>
          <a:xfrm>
            <a:off x="228600" y="1216152"/>
            <a:ext cx="5867400" cy="4416552"/>
          </a:xfrm>
        </p:spPr>
        <p:txBody>
          <a:bodyPr/>
          <a:lstStyle/>
          <a:p>
            <a:r>
              <a:rPr lang="en-US" dirty="0"/>
              <a:t>Architecture/technology  used</a:t>
            </a:r>
          </a:p>
        </p:txBody>
      </p:sp>
      <p:sp>
        <p:nvSpPr>
          <p:cNvPr id="3" name="Content Placeholder 2">
            <a:extLst>
              <a:ext uri="{FF2B5EF4-FFF2-40B4-BE49-F238E27FC236}">
                <a16:creationId xmlns:a16="http://schemas.microsoft.com/office/drawing/2014/main" id="{C1D980CB-01B0-DF9C-0580-E68A4B2BB554}"/>
              </a:ext>
            </a:extLst>
          </p:cNvPr>
          <p:cNvSpPr>
            <a:spLocks noGrp="1"/>
          </p:cNvSpPr>
          <p:nvPr>
            <p:ph sz="quarter" idx="13"/>
          </p:nvPr>
        </p:nvSpPr>
        <p:spPr/>
        <p:txBody>
          <a:bodyPr/>
          <a:lstStyle/>
          <a:p>
            <a:pPr marL="342900" indent="-342900">
              <a:buFont typeface="Arial" panose="020B0604020202020204" pitchFamily="34" charset="0"/>
              <a:buChar char="•"/>
            </a:pPr>
            <a:r>
              <a:rPr lang="en-US" dirty="0"/>
              <a:t>Language: C#</a:t>
            </a:r>
          </a:p>
          <a:p>
            <a:pPr marL="342900" indent="-342900">
              <a:buFont typeface="Arial" panose="020B0604020202020204" pitchFamily="34" charset="0"/>
              <a:buChar char="•"/>
            </a:pPr>
            <a:r>
              <a:rPr lang="en-US" dirty="0"/>
              <a:t>Backend: ASP .NET</a:t>
            </a:r>
          </a:p>
          <a:p>
            <a:pPr marL="342900" indent="-342900">
              <a:buFont typeface="Arial" panose="020B0604020202020204" pitchFamily="34" charset="0"/>
              <a:buChar char="•"/>
            </a:pPr>
            <a:r>
              <a:rPr lang="en-US" dirty="0"/>
              <a:t>API Type: Minimal Api</a:t>
            </a:r>
          </a:p>
          <a:p>
            <a:pPr marL="342900" indent="-342900">
              <a:buFont typeface="Arial" panose="020B0604020202020204" pitchFamily="34" charset="0"/>
              <a:buChar char="•"/>
            </a:pPr>
            <a:r>
              <a:rPr lang="en-US" dirty="0"/>
              <a:t>O/RM: EF Core</a:t>
            </a:r>
          </a:p>
          <a:p>
            <a:pPr marL="342900" indent="-342900">
              <a:buFont typeface="Arial" panose="020B0604020202020204" pitchFamily="34" charset="0"/>
              <a:buChar char="•"/>
            </a:pPr>
            <a:r>
              <a:rPr lang="en-US" dirty="0"/>
              <a:t>Server: </a:t>
            </a:r>
            <a:r>
              <a:rPr lang="en-US" dirty="0" err="1"/>
              <a:t>Sql</a:t>
            </a:r>
            <a:r>
              <a:rPr lang="en-US" dirty="0"/>
              <a:t> </a:t>
            </a:r>
            <a:r>
              <a:rPr lang="en-US"/>
              <a:t>Server Management Studio 21</a:t>
            </a:r>
            <a:endParaRPr lang="en-US" dirty="0"/>
          </a:p>
          <a:p>
            <a:pPr marL="342900" indent="-342900">
              <a:buFont typeface="Arial" panose="020B0604020202020204" pitchFamily="34" charset="0"/>
              <a:buChar char="•"/>
            </a:pPr>
            <a:endParaRPr lang="en-US" dirty="0"/>
          </a:p>
          <a:p>
            <a:endParaRPr lang="en-US" dirty="0"/>
          </a:p>
        </p:txBody>
      </p:sp>
      <p:sp>
        <p:nvSpPr>
          <p:cNvPr id="4" name="Footer Placeholder 3">
            <a:extLst>
              <a:ext uri="{FF2B5EF4-FFF2-40B4-BE49-F238E27FC236}">
                <a16:creationId xmlns:a16="http://schemas.microsoft.com/office/drawing/2014/main" id="{3744CF28-8F0C-47E3-E946-BDEE1021CE7A}"/>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7E790C0-1E8A-BEAC-B2EA-5BE62423D034}"/>
              </a:ext>
            </a:extLst>
          </p:cNvPr>
          <p:cNvSpPr>
            <a:spLocks noGrp="1"/>
          </p:cNvSpPr>
          <p:nvPr>
            <p:ph type="sldNum" sz="quarter" idx="12"/>
          </p:nvPr>
        </p:nvSpPr>
        <p:spPr/>
        <p:txBody>
          <a:bodyPr/>
          <a:lstStyle/>
          <a:p>
            <a:fld id="{294A09A9-5501-47C1-A89A-A340965A2BE2}" type="slidenum">
              <a:rPr lang="en-US" smtClean="0"/>
              <a:t>4</a:t>
            </a:fld>
            <a:endParaRPr lang="en-US" dirty="0"/>
          </a:p>
        </p:txBody>
      </p:sp>
    </p:spTree>
    <p:extLst>
      <p:ext uri="{BB962C8B-B14F-4D97-AF65-F5344CB8AC3E}">
        <p14:creationId xmlns:p14="http://schemas.microsoft.com/office/powerpoint/2010/main" val="1181971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nchor="t">
            <a:noAutofit/>
          </a:bodyPr>
          <a:lstStyle/>
          <a:p>
            <a:pPr algn="l"/>
            <a:r>
              <a:rPr lang="en-US" sz="9600" spc="300" dirty="0">
                <a:ln w="28575">
                  <a:solidFill>
                    <a:schemeClr val="tx1"/>
                  </a:solidFill>
                </a:ln>
                <a:noFill/>
              </a:rPr>
              <a:t>PRIMARY GOALS</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nchor="t"/>
          <a:lstStyle/>
          <a:p>
            <a:pPr marL="0" indent="0" algn="l">
              <a:buNone/>
            </a:pPr>
            <a:r>
              <a:rPr lang="en-US" b="1" dirty="0"/>
              <a:t>Annual revenue growth</a:t>
            </a:r>
          </a:p>
        </p:txBody>
      </p:sp>
    </p:spTree>
    <p:extLst>
      <p:ext uri="{BB962C8B-B14F-4D97-AF65-F5344CB8AC3E}">
        <p14:creationId xmlns:p14="http://schemas.microsoft.com/office/powerpoint/2010/main" val="330807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39BC3-1DB2-EB36-B4F5-81D5725C3436}"/>
              </a:ext>
            </a:extLst>
          </p:cNvPr>
          <p:cNvSpPr>
            <a:spLocks noGrp="1"/>
          </p:cNvSpPr>
          <p:nvPr>
            <p:ph type="title"/>
          </p:nvPr>
        </p:nvSpPr>
        <p:spPr/>
        <p:txBody>
          <a:bodyPr/>
          <a:lstStyle/>
          <a:p>
            <a:r>
              <a:rPr lang="en-US" dirty="0"/>
              <a:t>QUARTERLY PERFOR-MANCE</a:t>
            </a:r>
          </a:p>
        </p:txBody>
      </p:sp>
      <p:sp>
        <p:nvSpPr>
          <p:cNvPr id="2" name="Footer Placeholder 1">
            <a:extLst>
              <a:ext uri="{FF2B5EF4-FFF2-40B4-BE49-F238E27FC236}">
                <a16:creationId xmlns:a16="http://schemas.microsoft.com/office/drawing/2014/main" id="{C20A50E1-0D2E-D811-2F66-646B4778FC31}"/>
              </a:ext>
            </a:extLst>
          </p:cNvPr>
          <p:cNvSpPr>
            <a:spLocks noGrp="1"/>
          </p:cNvSpPr>
          <p:nvPr>
            <p:ph type="ftr" sz="quarter" idx="11"/>
          </p:nvPr>
        </p:nvSpPr>
        <p:spPr/>
        <p:txBody>
          <a:bodyPr/>
          <a:lstStyle/>
          <a:p>
            <a:r>
              <a:rPr lang="en-US" dirty="0"/>
              <a:t>PRESENTATION TITLE</a:t>
            </a:r>
          </a:p>
        </p:txBody>
      </p:sp>
      <p:graphicFrame>
        <p:nvGraphicFramePr>
          <p:cNvPr id="7" name="Content Placeholder 6" descr="Bar chart">
            <a:extLst>
              <a:ext uri="{FF2B5EF4-FFF2-40B4-BE49-F238E27FC236}">
                <a16:creationId xmlns:a16="http://schemas.microsoft.com/office/drawing/2014/main" id="{589236B5-7DFF-D166-13AB-8DFEC20F38E9}"/>
              </a:ext>
            </a:extLst>
          </p:cNvPr>
          <p:cNvGraphicFramePr>
            <a:graphicFrameLocks noGrp="1"/>
          </p:cNvGraphicFramePr>
          <p:nvPr>
            <p:ph sz="quarter" idx="13"/>
            <p:extLst>
              <p:ext uri="{D42A27DB-BD31-4B8C-83A1-F6EECF244321}">
                <p14:modId xmlns:p14="http://schemas.microsoft.com/office/powerpoint/2010/main" val="2709833600"/>
              </p:ext>
            </p:extLst>
          </p:nvPr>
        </p:nvGraphicFramePr>
        <p:xfrm>
          <a:off x="6400800" y="1216025"/>
          <a:ext cx="5184775" cy="4416425"/>
        </p:xfrm>
        <a:graphic>
          <a:graphicData uri="http://schemas.openxmlformats.org/drawingml/2006/chart">
            <c:chart xmlns:c="http://schemas.openxmlformats.org/drawingml/2006/chart" xmlns:r="http://schemas.openxmlformats.org/officeDocument/2006/relationships" r:id="rId2"/>
          </a:graphicData>
        </a:graphic>
      </p:graphicFrame>
      <p:sp>
        <p:nvSpPr>
          <p:cNvPr id="3" name="Slide Number Placeholder 2">
            <a:extLst>
              <a:ext uri="{FF2B5EF4-FFF2-40B4-BE49-F238E27FC236}">
                <a16:creationId xmlns:a16="http://schemas.microsoft.com/office/drawing/2014/main" id="{DB94A10F-0A8C-333B-6C47-B4125180D6FB}"/>
              </a:ext>
            </a:extLst>
          </p:cNvPr>
          <p:cNvSpPr>
            <a:spLocks noGrp="1"/>
          </p:cNvSpPr>
          <p:nvPr>
            <p:ph type="sldNum" sz="quarter" idx="12"/>
          </p:nvPr>
        </p:nvSpPr>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305450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441B7-60D7-2BA4-B058-7AB43FA49F72}"/>
              </a:ext>
            </a:extLst>
          </p:cNvPr>
          <p:cNvSpPr>
            <a:spLocks noGrp="1"/>
          </p:cNvSpPr>
          <p:nvPr>
            <p:ph type="title"/>
          </p:nvPr>
        </p:nvSpPr>
        <p:spPr/>
        <p:txBody>
          <a:bodyPr/>
          <a:lstStyle/>
          <a:p>
            <a:r>
              <a:rPr lang="en-US" dirty="0"/>
              <a:t>AREAS OF GROWTH</a:t>
            </a:r>
          </a:p>
        </p:txBody>
      </p:sp>
      <p:sp>
        <p:nvSpPr>
          <p:cNvPr id="4" name="Footer Placeholder 3">
            <a:extLst>
              <a:ext uri="{FF2B5EF4-FFF2-40B4-BE49-F238E27FC236}">
                <a16:creationId xmlns:a16="http://schemas.microsoft.com/office/drawing/2014/main" id="{B071DF4C-EB67-6575-7791-C347DD98D341}"/>
              </a:ext>
            </a:extLst>
          </p:cNvPr>
          <p:cNvSpPr>
            <a:spLocks noGrp="1"/>
          </p:cNvSpPr>
          <p:nvPr>
            <p:ph type="ftr" sz="quarter" idx="11"/>
          </p:nvPr>
        </p:nvSpPr>
        <p:spPr/>
        <p:txBody>
          <a:bodyPr/>
          <a:lstStyle/>
          <a:p>
            <a:r>
              <a:rPr lang="en-US" dirty="0"/>
              <a:t>PRESENTATION TITLE</a:t>
            </a:r>
          </a:p>
        </p:txBody>
      </p:sp>
      <p:graphicFrame>
        <p:nvGraphicFramePr>
          <p:cNvPr id="7" name="Table 4">
            <a:extLst>
              <a:ext uri="{FF2B5EF4-FFF2-40B4-BE49-F238E27FC236}">
                <a16:creationId xmlns:a16="http://schemas.microsoft.com/office/drawing/2014/main" id="{A96CBE7A-D250-612F-A324-2A62727216D0}"/>
              </a:ext>
            </a:extLst>
          </p:cNvPr>
          <p:cNvGraphicFramePr>
            <a:graphicFrameLocks noGrp="1"/>
          </p:cNvGraphicFramePr>
          <p:nvPr>
            <p:ph sz="half" idx="2"/>
            <p:extLst>
              <p:ext uri="{D42A27DB-BD31-4B8C-83A1-F6EECF244321}">
                <p14:modId xmlns:p14="http://schemas.microsoft.com/office/powerpoint/2010/main" val="3065007266"/>
              </p:ext>
            </p:extLst>
          </p:nvPr>
        </p:nvGraphicFramePr>
        <p:xfrm>
          <a:off x="612775" y="2441575"/>
          <a:ext cx="10972796" cy="30480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689330750"/>
                    </a:ext>
                  </a:extLst>
                </a:gridCol>
                <a:gridCol w="2438399">
                  <a:extLst>
                    <a:ext uri="{9D8B030D-6E8A-4147-A177-3AD203B41FA5}">
                      <a16:colId xmlns:a16="http://schemas.microsoft.com/office/drawing/2014/main" val="2660631934"/>
                    </a:ext>
                  </a:extLst>
                </a:gridCol>
                <a:gridCol w="2438399">
                  <a:extLst>
                    <a:ext uri="{9D8B030D-6E8A-4147-A177-3AD203B41FA5}">
                      <a16:colId xmlns:a16="http://schemas.microsoft.com/office/drawing/2014/main" val="3909717689"/>
                    </a:ext>
                  </a:extLst>
                </a:gridCol>
                <a:gridCol w="2438399">
                  <a:extLst>
                    <a:ext uri="{9D8B030D-6E8A-4147-A177-3AD203B41FA5}">
                      <a16:colId xmlns:a16="http://schemas.microsoft.com/office/drawing/2014/main" val="1603189107"/>
                    </a:ext>
                  </a:extLst>
                </a:gridCol>
                <a:gridCol w="2438399">
                  <a:extLst>
                    <a:ext uri="{9D8B030D-6E8A-4147-A177-3AD203B41FA5}">
                      <a16:colId xmlns:a16="http://schemas.microsoft.com/office/drawing/2014/main" val="2755691855"/>
                    </a:ext>
                  </a:extLst>
                </a:gridCol>
              </a:tblGrid>
              <a:tr h="533400">
                <a:tc>
                  <a:txBody>
                    <a:bodyPr/>
                    <a:lstStyle/>
                    <a:p>
                      <a:pPr algn="ctr"/>
                      <a:r>
                        <a:rPr lang="en-US" sz="2000" b="1" i="0" spc="200" baseline="0" dirty="0">
                          <a:solidFill>
                            <a:schemeClr val="bg1"/>
                          </a:solidFill>
                          <a:latin typeface="+mn-lt"/>
                          <a:cs typeface="Arial" panose="020B0604020202020204" pitchFamily="34" charset="0"/>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2000" b="1" i="0" spc="200" baseline="0" dirty="0">
                          <a:solidFill>
                            <a:schemeClr val="bg1"/>
                          </a:solidFill>
                          <a:latin typeface="+mn-lt"/>
                          <a:cs typeface="Arial" panose="020B0604020202020204" pitchFamily="34" charset="0"/>
                        </a:rPr>
                        <a:t>B2B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2000" b="1" i="0" spc="200" baseline="0" dirty="0">
                          <a:solidFill>
                            <a:schemeClr val="bg1"/>
                          </a:solidFill>
                          <a:latin typeface="+mn-lt"/>
                          <a:cs typeface="Arial" panose="020B0604020202020204" pitchFamily="34" charset="0"/>
                        </a:rPr>
                        <a:t>SUPPLY CHAIN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2000" b="1" i="0" spc="200" baseline="0" dirty="0">
                          <a:solidFill>
                            <a:schemeClr val="bg1"/>
                          </a:solidFill>
                          <a:latin typeface="+mn-lt"/>
                          <a:cs typeface="Arial" panose="020B0604020202020204" pitchFamily="34" charset="0"/>
                        </a:rPr>
                        <a:t>ROI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2000" b="1" i="0" spc="200" baseline="0" dirty="0">
                          <a:solidFill>
                            <a:schemeClr val="bg1"/>
                          </a:solidFill>
                          <a:latin typeface="+mn-lt"/>
                          <a:cs typeface="Arial" panose="020B0604020202020204" pitchFamily="34" charset="0"/>
                        </a:rPr>
                        <a:t>E-COMMERCE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79928716"/>
                  </a:ext>
                </a:extLst>
              </a:tr>
              <a:tr h="628650">
                <a:tc>
                  <a:txBody>
                    <a:bodyPr/>
                    <a:lstStyle/>
                    <a:p>
                      <a:pPr algn="ctr"/>
                      <a:r>
                        <a:rPr lang="en-US" sz="1600" b="1" i="0" spc="100" baseline="0" dirty="0">
                          <a:solidFill>
                            <a:schemeClr val="tx1"/>
                          </a:solidFill>
                          <a:latin typeface="+mn-lt"/>
                          <a:cs typeface="Arial" panose="020B0604020202020204" pitchFamily="34" charset="0"/>
                        </a:rPr>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p>
                      <a:pPr algn="ctr"/>
                      <a:r>
                        <a:rPr lang="en-US" sz="1600" b="1" i="0" spc="100" baseline="0" dirty="0">
                          <a:solidFill>
                            <a:schemeClr val="tx1"/>
                          </a:solidFill>
                          <a:latin typeface="+mn-lt"/>
                          <a:cs typeface="Arial" panose="020B060402020202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p>
                      <a:pPr algn="ctr"/>
                      <a:r>
                        <a:rPr lang="en-US" sz="1600" b="1" i="0" spc="100" baseline="0" dirty="0">
                          <a:solidFill>
                            <a:schemeClr val="tx1"/>
                          </a:solidFill>
                          <a:latin typeface="+mn-lt"/>
                          <a:cs typeface="Arial" panose="020B0604020202020204" pitchFamily="34"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p>
                      <a:pPr algn="ctr"/>
                      <a:r>
                        <a:rPr lang="en-US" sz="1600" b="1" i="0" spc="100" baseline="0" dirty="0">
                          <a:solidFill>
                            <a:schemeClr val="tx1"/>
                          </a:solidFill>
                          <a:latin typeface="+mn-lt"/>
                          <a:cs typeface="Arial" panose="020B060402020202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p>
                      <a:pPr algn="ctr"/>
                      <a:r>
                        <a:rPr lang="en-US" sz="1600" b="1" i="0" spc="100" baseline="0" dirty="0">
                          <a:solidFill>
                            <a:schemeClr val="tx1"/>
                          </a:solidFill>
                          <a:latin typeface="+mn-lt"/>
                          <a:cs typeface="Arial" panose="020B060402020202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extLst>
                  <a:ext uri="{0D108BD9-81ED-4DB2-BD59-A6C34878D82A}">
                    <a16:rowId xmlns:a16="http://schemas.microsoft.com/office/drawing/2014/main" val="1760208656"/>
                  </a:ext>
                </a:extLst>
              </a:tr>
              <a:tr h="628650">
                <a:tc>
                  <a:txBody>
                    <a:bodyPr/>
                    <a:lstStyle/>
                    <a:p>
                      <a:pPr algn="ctr"/>
                      <a:r>
                        <a:rPr lang="en-US" sz="1600" b="1" i="0" spc="100" baseline="0" dirty="0">
                          <a:solidFill>
                            <a:schemeClr val="tx1"/>
                          </a:solidFill>
                          <a:latin typeface="+mn-lt"/>
                          <a:cs typeface="Arial" panose="020B0604020202020204" pitchFamily="34" charset="0"/>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extLst>
                  <a:ext uri="{0D108BD9-81ED-4DB2-BD59-A6C34878D82A}">
                    <a16:rowId xmlns:a16="http://schemas.microsoft.com/office/drawing/2014/main" val="3634243071"/>
                  </a:ext>
                </a:extLst>
              </a:tr>
              <a:tr h="628650">
                <a:tc>
                  <a:txBody>
                    <a:bodyPr/>
                    <a:lstStyle/>
                    <a:p>
                      <a:pPr algn="ctr"/>
                      <a:r>
                        <a:rPr lang="en-US" sz="1600" b="1" i="0" spc="100" baseline="0" dirty="0">
                          <a:solidFill>
                            <a:schemeClr val="tx1"/>
                          </a:solidFill>
                          <a:latin typeface="+mn-lt"/>
                          <a:cs typeface="Arial" panose="020B0604020202020204" pitchFamily="34" charset="0"/>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415808797"/>
                  </a:ext>
                </a:extLst>
              </a:tr>
              <a:tr h="628650">
                <a:tc>
                  <a:txBody>
                    <a:bodyPr/>
                    <a:lstStyle/>
                    <a:p>
                      <a:pPr algn="ctr"/>
                      <a:r>
                        <a:rPr lang="en-US" sz="1600" b="1" i="0" spc="100" baseline="0" dirty="0">
                          <a:solidFill>
                            <a:schemeClr val="tx1"/>
                          </a:solidFill>
                          <a:latin typeface="+mn-lt"/>
                          <a:cs typeface="Arial" panose="020B0604020202020204" pitchFamily="34" charset="0"/>
                        </a:rPr>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sz="1600" b="1" i="0" spc="100" baseline="0" dirty="0">
                          <a:solidFill>
                            <a:schemeClr val="tx1"/>
                          </a:solidFill>
                          <a:latin typeface="+mn-lt"/>
                          <a:cs typeface="Arial" panose="020B0604020202020204" pitchFamily="34" charset="0"/>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80950325"/>
                  </a:ext>
                </a:extLst>
              </a:tr>
            </a:tbl>
          </a:graphicData>
        </a:graphic>
      </p:graphicFrame>
      <p:sp>
        <p:nvSpPr>
          <p:cNvPr id="5" name="Slide Number Placeholder 4">
            <a:extLst>
              <a:ext uri="{FF2B5EF4-FFF2-40B4-BE49-F238E27FC236}">
                <a16:creationId xmlns:a16="http://schemas.microsoft.com/office/drawing/2014/main" id="{FB6BA244-3A6A-5970-796B-08549B1203D3}"/>
              </a:ext>
            </a:extLst>
          </p:cNvPr>
          <p:cNvSpPr>
            <a:spLocks noGrp="1"/>
          </p:cNvSpPr>
          <p:nvPr>
            <p:ph type="sldNum" sz="quarter" idx="12"/>
          </p:nvPr>
        </p:nvSpPr>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772267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B727DE-9C16-360C-F34F-96B63BA5504C}"/>
              </a:ext>
            </a:extLst>
          </p:cNvPr>
          <p:cNvSpPr>
            <a:spLocks noGrp="1"/>
          </p:cNvSpPr>
          <p:nvPr>
            <p:ph type="title"/>
          </p:nvPr>
        </p:nvSpPr>
        <p:spPr/>
        <p:txBody>
          <a:bodyPr/>
          <a:lstStyle/>
          <a:p>
            <a:r>
              <a:rPr lang="en-US" dirty="0"/>
              <a:t>Business opportunities are like buses. There's always another one coming.</a:t>
            </a:r>
          </a:p>
        </p:txBody>
      </p:sp>
      <p:sp>
        <p:nvSpPr>
          <p:cNvPr id="7" name="Text Placeholder 6">
            <a:extLst>
              <a:ext uri="{FF2B5EF4-FFF2-40B4-BE49-F238E27FC236}">
                <a16:creationId xmlns:a16="http://schemas.microsoft.com/office/drawing/2014/main" id="{4067AB90-919C-547C-EA0C-C5763E0BC234}"/>
              </a:ext>
            </a:extLst>
          </p:cNvPr>
          <p:cNvSpPr>
            <a:spLocks noGrp="1"/>
          </p:cNvSpPr>
          <p:nvPr>
            <p:ph type="body" sz="quarter" idx="13"/>
          </p:nvPr>
        </p:nvSpPr>
        <p:spPr/>
        <p:txBody>
          <a:bodyPr/>
          <a:lstStyle/>
          <a:p>
            <a:r>
              <a:rPr lang="en-US" dirty="0"/>
              <a:t>Richard Branson</a:t>
            </a:r>
          </a:p>
        </p:txBody>
      </p:sp>
      <p:sp>
        <p:nvSpPr>
          <p:cNvPr id="11" name="Text Placeholder 10">
            <a:extLst>
              <a:ext uri="{FF2B5EF4-FFF2-40B4-BE49-F238E27FC236}">
                <a16:creationId xmlns:a16="http://schemas.microsoft.com/office/drawing/2014/main" id="{838F1D27-7C00-ADDA-3E62-FDBF008D5DDE}"/>
              </a:ext>
            </a:extLst>
          </p:cNvPr>
          <p:cNvSpPr>
            <a:spLocks noGrp="1"/>
          </p:cNvSpPr>
          <p:nvPr>
            <p:ph type="body" sz="quarter" idx="15"/>
          </p:nvPr>
        </p:nvSpPr>
        <p:spPr/>
        <p:txBody>
          <a:bodyPr/>
          <a:lstStyle/>
          <a:p>
            <a:r>
              <a:rPr lang="en-US" dirty="0"/>
              <a:t>”</a:t>
            </a:r>
          </a:p>
        </p:txBody>
      </p:sp>
      <p:sp>
        <p:nvSpPr>
          <p:cNvPr id="10" name="Text Placeholder 9">
            <a:extLst>
              <a:ext uri="{FF2B5EF4-FFF2-40B4-BE49-F238E27FC236}">
                <a16:creationId xmlns:a16="http://schemas.microsoft.com/office/drawing/2014/main" id="{65E24183-EEFA-02B9-BFB3-2C57E0B5A3FD}"/>
              </a:ext>
            </a:extLst>
          </p:cNvPr>
          <p:cNvSpPr>
            <a:spLocks noGrp="1"/>
          </p:cNvSpPr>
          <p:nvPr>
            <p:ph type="body" sz="quarter" idx="14"/>
          </p:nvPr>
        </p:nvSpPr>
        <p:spPr/>
        <p:txBody>
          <a:bodyPr/>
          <a:lstStyle/>
          <a:p>
            <a:r>
              <a:rPr lang="en-US" dirty="0"/>
              <a:t>“</a:t>
            </a:r>
          </a:p>
        </p:txBody>
      </p:sp>
    </p:spTree>
    <p:extLst>
      <p:ext uri="{BB962C8B-B14F-4D97-AF65-F5344CB8AC3E}">
        <p14:creationId xmlns:p14="http://schemas.microsoft.com/office/powerpoint/2010/main" val="2113713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599B5F29-ED3B-9B44-DBBE-FD28EE7733A7}"/>
              </a:ext>
            </a:extLst>
          </p:cNvPr>
          <p:cNvSpPr>
            <a:spLocks noGrp="1"/>
          </p:cNvSpPr>
          <p:nvPr>
            <p:ph type="title"/>
          </p:nvPr>
        </p:nvSpPr>
        <p:spPr/>
        <p:txBody>
          <a:bodyPr/>
          <a:lstStyle/>
          <a:p>
            <a:r>
              <a:rPr lang="en-US" dirty="0"/>
              <a:t>MEET OUR TEAM</a:t>
            </a:r>
          </a:p>
        </p:txBody>
      </p:sp>
      <p:sp>
        <p:nvSpPr>
          <p:cNvPr id="2" name="Footer Placeholder 1">
            <a:extLst>
              <a:ext uri="{FF2B5EF4-FFF2-40B4-BE49-F238E27FC236}">
                <a16:creationId xmlns:a16="http://schemas.microsoft.com/office/drawing/2014/main" id="{91A8AD5F-DCF2-F71C-E7E2-C2FD42878531}"/>
              </a:ext>
            </a:extLst>
          </p:cNvPr>
          <p:cNvSpPr>
            <a:spLocks noGrp="1"/>
          </p:cNvSpPr>
          <p:nvPr>
            <p:ph type="ftr" sz="quarter" idx="11"/>
          </p:nvPr>
        </p:nvSpPr>
        <p:spPr/>
        <p:txBody>
          <a:bodyPr/>
          <a:lstStyle/>
          <a:p>
            <a:r>
              <a:rPr lang="en-US" dirty="0"/>
              <a:t>PRESENTATION TITLE</a:t>
            </a:r>
          </a:p>
        </p:txBody>
      </p:sp>
      <p:pic>
        <p:nvPicPr>
          <p:cNvPr id="18" name="Picture Placeholder 17" descr="Team member head shot&#10;">
            <a:extLst>
              <a:ext uri="{FF2B5EF4-FFF2-40B4-BE49-F238E27FC236}">
                <a16:creationId xmlns:a16="http://schemas.microsoft.com/office/drawing/2014/main" id="{0ECDCC4E-4E7F-362D-521D-CE5203600261}"/>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p:pic>
      <p:sp>
        <p:nvSpPr>
          <p:cNvPr id="8" name="Text Placeholder 7">
            <a:extLst>
              <a:ext uri="{FF2B5EF4-FFF2-40B4-BE49-F238E27FC236}">
                <a16:creationId xmlns:a16="http://schemas.microsoft.com/office/drawing/2014/main" id="{F07ACA27-076A-FAA7-417C-5BC0A85F36AF}"/>
              </a:ext>
            </a:extLst>
          </p:cNvPr>
          <p:cNvSpPr>
            <a:spLocks noGrp="1"/>
          </p:cNvSpPr>
          <p:nvPr>
            <p:ph type="body" sz="quarter" idx="17"/>
          </p:nvPr>
        </p:nvSpPr>
        <p:spPr/>
        <p:txBody>
          <a:bodyPr/>
          <a:lstStyle/>
          <a:p>
            <a:r>
              <a:rPr lang="en-US" dirty="0"/>
              <a:t>TAKUMA HAYASHI​</a:t>
            </a:r>
          </a:p>
        </p:txBody>
      </p:sp>
      <p:sp>
        <p:nvSpPr>
          <p:cNvPr id="9" name="Text Placeholder 8">
            <a:extLst>
              <a:ext uri="{FF2B5EF4-FFF2-40B4-BE49-F238E27FC236}">
                <a16:creationId xmlns:a16="http://schemas.microsoft.com/office/drawing/2014/main" id="{D59ACCB8-2E44-8B01-9BCD-7AD37DA20F2E}"/>
              </a:ext>
            </a:extLst>
          </p:cNvPr>
          <p:cNvSpPr>
            <a:spLocks noGrp="1"/>
          </p:cNvSpPr>
          <p:nvPr>
            <p:ph type="body" sz="quarter" idx="18"/>
          </p:nvPr>
        </p:nvSpPr>
        <p:spPr/>
        <p:txBody>
          <a:bodyPr/>
          <a:lstStyle/>
          <a:p>
            <a:r>
              <a:rPr lang="en-US" dirty="0"/>
              <a:t>President</a:t>
            </a:r>
          </a:p>
        </p:txBody>
      </p:sp>
      <p:pic>
        <p:nvPicPr>
          <p:cNvPr id="20" name="Picture Placeholder 19" descr="Team member head shot&#10;">
            <a:extLst>
              <a:ext uri="{FF2B5EF4-FFF2-40B4-BE49-F238E27FC236}">
                <a16:creationId xmlns:a16="http://schemas.microsoft.com/office/drawing/2014/main" id="{FB9E1045-489B-E8C3-F476-6AF4ED23D929}"/>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a:stretch/>
        </p:blipFill>
        <p:spPr/>
      </p:pic>
      <p:sp>
        <p:nvSpPr>
          <p:cNvPr id="10" name="Text Placeholder 9">
            <a:extLst>
              <a:ext uri="{FF2B5EF4-FFF2-40B4-BE49-F238E27FC236}">
                <a16:creationId xmlns:a16="http://schemas.microsoft.com/office/drawing/2014/main" id="{5670C16D-9661-482A-986D-0D6CB98AB869}"/>
              </a:ext>
            </a:extLst>
          </p:cNvPr>
          <p:cNvSpPr>
            <a:spLocks noGrp="1"/>
          </p:cNvSpPr>
          <p:nvPr>
            <p:ph type="body" sz="quarter" idx="19"/>
          </p:nvPr>
        </p:nvSpPr>
        <p:spPr/>
        <p:txBody>
          <a:bodyPr/>
          <a:lstStyle/>
          <a:p>
            <a:r>
              <a:rPr lang="en-US" dirty="0"/>
              <a:t>MIRJAM NILSSON</a:t>
            </a:r>
          </a:p>
        </p:txBody>
      </p:sp>
      <p:sp>
        <p:nvSpPr>
          <p:cNvPr id="11" name="Text Placeholder 10">
            <a:extLst>
              <a:ext uri="{FF2B5EF4-FFF2-40B4-BE49-F238E27FC236}">
                <a16:creationId xmlns:a16="http://schemas.microsoft.com/office/drawing/2014/main" id="{22115526-AEC6-C024-712E-E6CC8FB60E4D}"/>
              </a:ext>
            </a:extLst>
          </p:cNvPr>
          <p:cNvSpPr>
            <a:spLocks noGrp="1"/>
          </p:cNvSpPr>
          <p:nvPr>
            <p:ph type="body" sz="quarter" idx="20"/>
          </p:nvPr>
        </p:nvSpPr>
        <p:spPr/>
        <p:txBody>
          <a:bodyPr/>
          <a:lstStyle/>
          <a:p>
            <a:r>
              <a:rPr lang="en-US" dirty="0"/>
              <a:t>Chief Executive Officer​</a:t>
            </a:r>
          </a:p>
        </p:txBody>
      </p:sp>
      <p:pic>
        <p:nvPicPr>
          <p:cNvPr id="22" name="Picture Placeholder 21" descr="Team member head shot&#10;">
            <a:extLst>
              <a:ext uri="{FF2B5EF4-FFF2-40B4-BE49-F238E27FC236}">
                <a16:creationId xmlns:a16="http://schemas.microsoft.com/office/drawing/2014/main" id="{9517044C-59DB-C2E9-E5E2-0D8D29929762}"/>
              </a:ext>
            </a:extLst>
          </p:cNvPr>
          <p:cNvPicPr>
            <a:picLocks noGrp="1" noChangeAspect="1"/>
          </p:cNvPicPr>
          <p:nvPr>
            <p:ph type="pic" sz="quarter" idx="15"/>
          </p:nvPr>
        </p:nvPicPr>
        <p:blipFill rotWithShape="1">
          <a:blip r:embed="rId4" cstate="email">
            <a:extLst>
              <a:ext uri="{28A0092B-C50C-407E-A947-70E740481C1C}">
                <a14:useLocalDpi xmlns:a14="http://schemas.microsoft.com/office/drawing/2010/main"/>
              </a:ext>
            </a:extLst>
          </a:blip>
          <a:srcRect/>
          <a:stretch/>
        </p:blipFill>
        <p:spPr/>
      </p:pic>
      <p:sp>
        <p:nvSpPr>
          <p:cNvPr id="12" name="Text Placeholder 11">
            <a:extLst>
              <a:ext uri="{FF2B5EF4-FFF2-40B4-BE49-F238E27FC236}">
                <a16:creationId xmlns:a16="http://schemas.microsoft.com/office/drawing/2014/main" id="{E26CB388-D0E5-9548-A57B-8A5352089E15}"/>
              </a:ext>
            </a:extLst>
          </p:cNvPr>
          <p:cNvSpPr>
            <a:spLocks noGrp="1"/>
          </p:cNvSpPr>
          <p:nvPr>
            <p:ph type="body" sz="quarter" idx="21"/>
          </p:nvPr>
        </p:nvSpPr>
        <p:spPr/>
        <p:txBody>
          <a:bodyPr/>
          <a:lstStyle/>
          <a:p>
            <a:r>
              <a:rPr lang="en-US" dirty="0"/>
              <a:t>FLORA BERGGREN</a:t>
            </a:r>
          </a:p>
        </p:txBody>
      </p:sp>
      <p:sp>
        <p:nvSpPr>
          <p:cNvPr id="13" name="Text Placeholder 12">
            <a:extLst>
              <a:ext uri="{FF2B5EF4-FFF2-40B4-BE49-F238E27FC236}">
                <a16:creationId xmlns:a16="http://schemas.microsoft.com/office/drawing/2014/main" id="{7DA1EEF4-1C46-B9FD-302F-61FC0265F748}"/>
              </a:ext>
            </a:extLst>
          </p:cNvPr>
          <p:cNvSpPr>
            <a:spLocks noGrp="1"/>
          </p:cNvSpPr>
          <p:nvPr>
            <p:ph type="body" sz="quarter" idx="22"/>
          </p:nvPr>
        </p:nvSpPr>
        <p:spPr/>
        <p:txBody>
          <a:bodyPr/>
          <a:lstStyle/>
          <a:p>
            <a:r>
              <a:rPr lang="en-US" dirty="0"/>
              <a:t>Chief Operations Officer​</a:t>
            </a:r>
          </a:p>
        </p:txBody>
      </p:sp>
      <p:pic>
        <p:nvPicPr>
          <p:cNvPr id="24" name="Picture Placeholder 23" descr="Team member head shot&#10;">
            <a:extLst>
              <a:ext uri="{FF2B5EF4-FFF2-40B4-BE49-F238E27FC236}">
                <a16:creationId xmlns:a16="http://schemas.microsoft.com/office/drawing/2014/main" id="{6112D1C1-243D-95D0-B45D-1BF79DC7E3B3}"/>
              </a:ext>
            </a:extLst>
          </p:cNvPr>
          <p:cNvPicPr>
            <a:picLocks noGrp="1" noChangeAspect="1"/>
          </p:cNvPicPr>
          <p:nvPr>
            <p:ph type="pic" sz="quarter" idx="16"/>
          </p:nvPr>
        </p:nvPicPr>
        <p:blipFill rotWithShape="1">
          <a:blip r:embed="rId5" cstate="email">
            <a:extLst>
              <a:ext uri="{28A0092B-C50C-407E-A947-70E740481C1C}">
                <a14:useLocalDpi xmlns:a14="http://schemas.microsoft.com/office/drawing/2010/main"/>
              </a:ext>
            </a:extLst>
          </a:blip>
          <a:srcRect/>
          <a:stretch/>
        </p:blipFill>
        <p:spPr/>
      </p:pic>
      <p:sp>
        <p:nvSpPr>
          <p:cNvPr id="14" name="Text Placeholder 13">
            <a:extLst>
              <a:ext uri="{FF2B5EF4-FFF2-40B4-BE49-F238E27FC236}">
                <a16:creationId xmlns:a16="http://schemas.microsoft.com/office/drawing/2014/main" id="{519D9E81-2623-349E-904D-8BF6ECE353BA}"/>
              </a:ext>
            </a:extLst>
          </p:cNvPr>
          <p:cNvSpPr>
            <a:spLocks noGrp="1"/>
          </p:cNvSpPr>
          <p:nvPr>
            <p:ph type="body" sz="quarter" idx="23"/>
          </p:nvPr>
        </p:nvSpPr>
        <p:spPr/>
        <p:txBody>
          <a:bodyPr/>
          <a:lstStyle/>
          <a:p>
            <a:r>
              <a:rPr lang="en-US" dirty="0"/>
              <a:t>RAJESH SANTOSHI</a:t>
            </a:r>
          </a:p>
        </p:txBody>
      </p:sp>
      <p:sp>
        <p:nvSpPr>
          <p:cNvPr id="15" name="Text Placeholder 14">
            <a:extLst>
              <a:ext uri="{FF2B5EF4-FFF2-40B4-BE49-F238E27FC236}">
                <a16:creationId xmlns:a16="http://schemas.microsoft.com/office/drawing/2014/main" id="{2FC00352-D201-B54A-FE76-985161F19FEC}"/>
              </a:ext>
            </a:extLst>
          </p:cNvPr>
          <p:cNvSpPr>
            <a:spLocks noGrp="1"/>
          </p:cNvSpPr>
          <p:nvPr>
            <p:ph type="body" sz="quarter" idx="24"/>
          </p:nvPr>
        </p:nvSpPr>
        <p:spPr/>
        <p:txBody>
          <a:bodyPr/>
          <a:lstStyle/>
          <a:p>
            <a:r>
              <a:rPr lang="en-US" dirty="0"/>
              <a:t>VP Marketing​</a:t>
            </a:r>
          </a:p>
        </p:txBody>
      </p:sp>
      <p:sp>
        <p:nvSpPr>
          <p:cNvPr id="3" name="Slide Number Placeholder 2">
            <a:extLst>
              <a:ext uri="{FF2B5EF4-FFF2-40B4-BE49-F238E27FC236}">
                <a16:creationId xmlns:a16="http://schemas.microsoft.com/office/drawing/2014/main" id="{C11CC6B6-E9D4-1736-ABF6-727D2464A975}"/>
              </a:ext>
            </a:extLst>
          </p:cNvPr>
          <p:cNvSpPr>
            <a:spLocks noGrp="1"/>
          </p:cNvSpPr>
          <p:nvPr>
            <p:ph type="sldNum" sz="quarter" idx="12"/>
          </p:nvPr>
        </p:nvSpPr>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402841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599B5F29-ED3B-9B44-DBBE-FD28EE7733A7}"/>
              </a:ext>
            </a:extLst>
          </p:cNvPr>
          <p:cNvSpPr>
            <a:spLocks noGrp="1"/>
          </p:cNvSpPr>
          <p:nvPr>
            <p:ph type="title"/>
          </p:nvPr>
        </p:nvSpPr>
        <p:spPr/>
        <p:txBody>
          <a:bodyPr/>
          <a:lstStyle/>
          <a:p>
            <a:r>
              <a:rPr lang="en-US" dirty="0"/>
              <a:t>MEET OUR EXTENDED TEAM</a:t>
            </a:r>
          </a:p>
        </p:txBody>
      </p:sp>
      <p:sp>
        <p:nvSpPr>
          <p:cNvPr id="2" name="Footer Placeholder 1">
            <a:extLst>
              <a:ext uri="{FF2B5EF4-FFF2-40B4-BE49-F238E27FC236}">
                <a16:creationId xmlns:a16="http://schemas.microsoft.com/office/drawing/2014/main" id="{91A8AD5F-DCF2-F71C-E7E2-C2FD42878531}"/>
              </a:ext>
            </a:extLst>
          </p:cNvPr>
          <p:cNvSpPr>
            <a:spLocks noGrp="1"/>
          </p:cNvSpPr>
          <p:nvPr>
            <p:ph type="ftr" sz="quarter" idx="11"/>
          </p:nvPr>
        </p:nvSpPr>
        <p:spPr/>
        <p:txBody>
          <a:bodyPr/>
          <a:lstStyle/>
          <a:p>
            <a:r>
              <a:rPr lang="en-US" dirty="0"/>
              <a:t>PRESENTATION TITLE</a:t>
            </a:r>
          </a:p>
        </p:txBody>
      </p:sp>
      <p:sp>
        <p:nvSpPr>
          <p:cNvPr id="8" name="Text Placeholder 7">
            <a:extLst>
              <a:ext uri="{FF2B5EF4-FFF2-40B4-BE49-F238E27FC236}">
                <a16:creationId xmlns:a16="http://schemas.microsoft.com/office/drawing/2014/main" id="{F07ACA27-076A-FAA7-417C-5BC0A85F36AF}"/>
              </a:ext>
            </a:extLst>
          </p:cNvPr>
          <p:cNvSpPr>
            <a:spLocks noGrp="1"/>
          </p:cNvSpPr>
          <p:nvPr>
            <p:ph type="body" sz="quarter" idx="17"/>
          </p:nvPr>
        </p:nvSpPr>
        <p:spPr/>
        <p:txBody>
          <a:bodyPr/>
          <a:lstStyle/>
          <a:p>
            <a:r>
              <a:rPr lang="en-US" dirty="0"/>
              <a:t>TAKUMA HAYASHI​</a:t>
            </a:r>
          </a:p>
        </p:txBody>
      </p:sp>
      <p:sp>
        <p:nvSpPr>
          <p:cNvPr id="9" name="Text Placeholder 8">
            <a:extLst>
              <a:ext uri="{FF2B5EF4-FFF2-40B4-BE49-F238E27FC236}">
                <a16:creationId xmlns:a16="http://schemas.microsoft.com/office/drawing/2014/main" id="{D59ACCB8-2E44-8B01-9BCD-7AD37DA20F2E}"/>
              </a:ext>
            </a:extLst>
          </p:cNvPr>
          <p:cNvSpPr>
            <a:spLocks noGrp="1"/>
          </p:cNvSpPr>
          <p:nvPr>
            <p:ph type="body" sz="quarter" idx="18"/>
          </p:nvPr>
        </p:nvSpPr>
        <p:spPr/>
        <p:txBody>
          <a:bodyPr/>
          <a:lstStyle/>
          <a:p>
            <a:r>
              <a:rPr lang="en-US" dirty="0"/>
              <a:t>President</a:t>
            </a:r>
          </a:p>
        </p:txBody>
      </p:sp>
      <p:sp>
        <p:nvSpPr>
          <p:cNvPr id="17" name="Text Placeholder 16">
            <a:extLst>
              <a:ext uri="{FF2B5EF4-FFF2-40B4-BE49-F238E27FC236}">
                <a16:creationId xmlns:a16="http://schemas.microsoft.com/office/drawing/2014/main" id="{9802C12A-D232-CD35-1180-8544916BCE2B}"/>
              </a:ext>
            </a:extLst>
          </p:cNvPr>
          <p:cNvSpPr>
            <a:spLocks noGrp="1"/>
          </p:cNvSpPr>
          <p:nvPr>
            <p:ph type="body" sz="quarter" idx="29"/>
          </p:nvPr>
        </p:nvSpPr>
        <p:spPr/>
        <p:txBody>
          <a:bodyPr/>
          <a:lstStyle/>
          <a:p>
            <a:r>
              <a:rPr lang="en-US" dirty="0"/>
              <a:t>GRAHAM BARNES</a:t>
            </a:r>
          </a:p>
        </p:txBody>
      </p:sp>
      <p:sp>
        <p:nvSpPr>
          <p:cNvPr id="19" name="Text Placeholder 18">
            <a:extLst>
              <a:ext uri="{FF2B5EF4-FFF2-40B4-BE49-F238E27FC236}">
                <a16:creationId xmlns:a16="http://schemas.microsoft.com/office/drawing/2014/main" id="{29526A68-F582-4874-DA70-81D0841C1D1A}"/>
              </a:ext>
            </a:extLst>
          </p:cNvPr>
          <p:cNvSpPr>
            <a:spLocks noGrp="1"/>
          </p:cNvSpPr>
          <p:nvPr>
            <p:ph type="body" sz="quarter" idx="30"/>
          </p:nvPr>
        </p:nvSpPr>
        <p:spPr/>
        <p:txBody>
          <a:bodyPr/>
          <a:lstStyle/>
          <a:p>
            <a:r>
              <a:rPr lang="en-US" dirty="0"/>
              <a:t>VP Product</a:t>
            </a:r>
          </a:p>
        </p:txBody>
      </p:sp>
      <p:pic>
        <p:nvPicPr>
          <p:cNvPr id="44" name="Picture Placeholder 43" descr="Team member head shot&#10;">
            <a:extLst>
              <a:ext uri="{FF2B5EF4-FFF2-40B4-BE49-F238E27FC236}">
                <a16:creationId xmlns:a16="http://schemas.microsoft.com/office/drawing/2014/main" id="{8E4AE635-532E-6FC4-A155-AB3B0533A045}"/>
              </a:ext>
            </a:extLst>
          </p:cNvPr>
          <p:cNvPicPr>
            <a:picLocks noGrp="1" noChangeAspect="1"/>
          </p:cNvPicPr>
          <p:nvPr>
            <p:ph type="pic" sz="quarter" idx="13"/>
          </p:nvPr>
        </p:nvPicPr>
        <p:blipFill rotWithShape="1">
          <a:blip r:embed="rId2"/>
          <a:srcRect/>
          <a:stretch/>
        </p:blipFill>
        <p:spPr/>
      </p:pic>
      <p:pic>
        <p:nvPicPr>
          <p:cNvPr id="48" name="Picture Placeholder 47" descr="Team member head shot&#10;">
            <a:extLst>
              <a:ext uri="{FF2B5EF4-FFF2-40B4-BE49-F238E27FC236}">
                <a16:creationId xmlns:a16="http://schemas.microsoft.com/office/drawing/2014/main" id="{3E5F6DD2-261B-76B8-29A7-384E2C07E182}"/>
              </a:ext>
            </a:extLst>
          </p:cNvPr>
          <p:cNvPicPr>
            <a:picLocks noGrp="1" noChangeAspect="1"/>
          </p:cNvPicPr>
          <p:nvPr>
            <p:ph type="pic" sz="quarter" idx="25"/>
          </p:nvPr>
        </p:nvPicPr>
        <p:blipFill rotWithShape="1">
          <a:blip r:embed="rId3"/>
          <a:srcRect l="262" r="262"/>
          <a:stretch/>
        </p:blipFill>
        <p:spPr/>
      </p:pic>
      <p:sp>
        <p:nvSpPr>
          <p:cNvPr id="10" name="Text Placeholder 9">
            <a:extLst>
              <a:ext uri="{FF2B5EF4-FFF2-40B4-BE49-F238E27FC236}">
                <a16:creationId xmlns:a16="http://schemas.microsoft.com/office/drawing/2014/main" id="{5670C16D-9661-482A-986D-0D6CB98AB869}"/>
              </a:ext>
            </a:extLst>
          </p:cNvPr>
          <p:cNvSpPr>
            <a:spLocks noGrp="1"/>
          </p:cNvSpPr>
          <p:nvPr>
            <p:ph type="body" sz="quarter" idx="19"/>
          </p:nvPr>
        </p:nvSpPr>
        <p:spPr/>
        <p:txBody>
          <a:bodyPr/>
          <a:lstStyle/>
          <a:p>
            <a:r>
              <a:rPr lang="en-US" dirty="0"/>
              <a:t>MIRJAM NILSSON</a:t>
            </a:r>
          </a:p>
        </p:txBody>
      </p:sp>
      <p:sp>
        <p:nvSpPr>
          <p:cNvPr id="11" name="Text Placeholder 10">
            <a:extLst>
              <a:ext uri="{FF2B5EF4-FFF2-40B4-BE49-F238E27FC236}">
                <a16:creationId xmlns:a16="http://schemas.microsoft.com/office/drawing/2014/main" id="{22115526-AEC6-C024-712E-E6CC8FB60E4D}"/>
              </a:ext>
            </a:extLst>
          </p:cNvPr>
          <p:cNvSpPr>
            <a:spLocks noGrp="1"/>
          </p:cNvSpPr>
          <p:nvPr>
            <p:ph type="body" sz="quarter" idx="20"/>
          </p:nvPr>
        </p:nvSpPr>
        <p:spPr/>
        <p:txBody>
          <a:bodyPr/>
          <a:lstStyle/>
          <a:p>
            <a:r>
              <a:rPr lang="en-US" dirty="0"/>
              <a:t>Chief </a:t>
            </a:r>
            <a:br>
              <a:rPr lang="en-US" dirty="0"/>
            </a:br>
            <a:r>
              <a:rPr lang="en-US" dirty="0"/>
              <a:t>Executive </a:t>
            </a:r>
            <a:br>
              <a:rPr lang="en-US" dirty="0"/>
            </a:br>
            <a:r>
              <a:rPr lang="en-US" dirty="0"/>
              <a:t>Officer​</a:t>
            </a:r>
          </a:p>
        </p:txBody>
      </p:sp>
      <p:sp>
        <p:nvSpPr>
          <p:cNvPr id="21" name="Text Placeholder 20">
            <a:extLst>
              <a:ext uri="{FF2B5EF4-FFF2-40B4-BE49-F238E27FC236}">
                <a16:creationId xmlns:a16="http://schemas.microsoft.com/office/drawing/2014/main" id="{B2C6C37C-6141-B65E-91CC-6E6C4A9F6ECD}"/>
              </a:ext>
            </a:extLst>
          </p:cNvPr>
          <p:cNvSpPr>
            <a:spLocks noGrp="1"/>
          </p:cNvSpPr>
          <p:nvPr>
            <p:ph type="body" sz="quarter" idx="31"/>
          </p:nvPr>
        </p:nvSpPr>
        <p:spPr/>
        <p:txBody>
          <a:bodyPr/>
          <a:lstStyle/>
          <a:p>
            <a:r>
              <a:rPr lang="en-US" dirty="0"/>
              <a:t>ROWAN MURPHY</a:t>
            </a:r>
          </a:p>
        </p:txBody>
      </p:sp>
      <p:sp>
        <p:nvSpPr>
          <p:cNvPr id="23" name="Text Placeholder 22">
            <a:extLst>
              <a:ext uri="{FF2B5EF4-FFF2-40B4-BE49-F238E27FC236}">
                <a16:creationId xmlns:a16="http://schemas.microsoft.com/office/drawing/2014/main" id="{3C9D5E96-D043-255D-647E-931CF0782375}"/>
              </a:ext>
            </a:extLst>
          </p:cNvPr>
          <p:cNvSpPr>
            <a:spLocks noGrp="1"/>
          </p:cNvSpPr>
          <p:nvPr>
            <p:ph type="body" sz="quarter" idx="32"/>
          </p:nvPr>
        </p:nvSpPr>
        <p:spPr/>
        <p:txBody>
          <a:bodyPr/>
          <a:lstStyle/>
          <a:p>
            <a:r>
              <a:rPr lang="en-US" dirty="0"/>
              <a:t>SEO Strategist</a:t>
            </a:r>
          </a:p>
        </p:txBody>
      </p:sp>
      <p:pic>
        <p:nvPicPr>
          <p:cNvPr id="42" name="Picture Placeholder 41" descr="Team member head shot&#10;">
            <a:extLst>
              <a:ext uri="{FF2B5EF4-FFF2-40B4-BE49-F238E27FC236}">
                <a16:creationId xmlns:a16="http://schemas.microsoft.com/office/drawing/2014/main" id="{C51CA361-456A-1016-DFBD-C344466DD963}"/>
              </a:ext>
            </a:extLst>
          </p:cNvPr>
          <p:cNvPicPr>
            <a:picLocks noGrp="1" noChangeAspect="1"/>
          </p:cNvPicPr>
          <p:nvPr>
            <p:ph type="pic" sz="quarter" idx="14"/>
          </p:nvPr>
        </p:nvPicPr>
        <p:blipFill rotWithShape="1">
          <a:blip r:embed="rId4"/>
          <a:srcRect t="68" b="68"/>
          <a:stretch/>
        </p:blipFill>
        <p:spPr/>
      </p:pic>
      <p:pic>
        <p:nvPicPr>
          <p:cNvPr id="50" name="Picture Placeholder 49" descr="Team member head shot&#10;">
            <a:extLst>
              <a:ext uri="{FF2B5EF4-FFF2-40B4-BE49-F238E27FC236}">
                <a16:creationId xmlns:a16="http://schemas.microsoft.com/office/drawing/2014/main" id="{2D9499A9-08D8-46CA-F959-DE882648A668}"/>
              </a:ext>
            </a:extLst>
          </p:cNvPr>
          <p:cNvPicPr>
            <a:picLocks noGrp="1" noChangeAspect="1"/>
          </p:cNvPicPr>
          <p:nvPr>
            <p:ph type="pic" sz="quarter" idx="26"/>
          </p:nvPr>
        </p:nvPicPr>
        <p:blipFill rotWithShape="1">
          <a:blip r:embed="rId5"/>
          <a:srcRect t="68" b="68"/>
          <a:stretch/>
        </p:blipFill>
        <p:spPr/>
      </p:pic>
      <p:sp>
        <p:nvSpPr>
          <p:cNvPr id="12" name="Text Placeholder 11">
            <a:extLst>
              <a:ext uri="{FF2B5EF4-FFF2-40B4-BE49-F238E27FC236}">
                <a16:creationId xmlns:a16="http://schemas.microsoft.com/office/drawing/2014/main" id="{E26CB388-D0E5-9548-A57B-8A5352089E15}"/>
              </a:ext>
            </a:extLst>
          </p:cNvPr>
          <p:cNvSpPr>
            <a:spLocks noGrp="1"/>
          </p:cNvSpPr>
          <p:nvPr>
            <p:ph type="body" sz="quarter" idx="21"/>
          </p:nvPr>
        </p:nvSpPr>
        <p:spPr/>
        <p:txBody>
          <a:bodyPr/>
          <a:lstStyle/>
          <a:p>
            <a:r>
              <a:rPr lang="en-US" dirty="0"/>
              <a:t>FLORA BERGGREN</a:t>
            </a:r>
          </a:p>
        </p:txBody>
      </p:sp>
      <p:sp>
        <p:nvSpPr>
          <p:cNvPr id="13" name="Text Placeholder 12">
            <a:extLst>
              <a:ext uri="{FF2B5EF4-FFF2-40B4-BE49-F238E27FC236}">
                <a16:creationId xmlns:a16="http://schemas.microsoft.com/office/drawing/2014/main" id="{7DA1EEF4-1C46-B9FD-302F-61FC0265F748}"/>
              </a:ext>
            </a:extLst>
          </p:cNvPr>
          <p:cNvSpPr>
            <a:spLocks noGrp="1"/>
          </p:cNvSpPr>
          <p:nvPr>
            <p:ph type="body" sz="quarter" idx="22"/>
          </p:nvPr>
        </p:nvSpPr>
        <p:spPr/>
        <p:txBody>
          <a:bodyPr/>
          <a:lstStyle/>
          <a:p>
            <a:r>
              <a:rPr lang="en-US" dirty="0"/>
              <a:t>Chief </a:t>
            </a:r>
            <a:br>
              <a:rPr lang="en-US" dirty="0"/>
            </a:br>
            <a:r>
              <a:rPr lang="en-US" dirty="0"/>
              <a:t>Operations Officer​</a:t>
            </a:r>
          </a:p>
        </p:txBody>
      </p:sp>
      <p:sp>
        <p:nvSpPr>
          <p:cNvPr id="25" name="Text Placeholder 24">
            <a:extLst>
              <a:ext uri="{FF2B5EF4-FFF2-40B4-BE49-F238E27FC236}">
                <a16:creationId xmlns:a16="http://schemas.microsoft.com/office/drawing/2014/main" id="{D3B414CD-2F59-EAB8-E6C8-D233BF953DC9}"/>
              </a:ext>
            </a:extLst>
          </p:cNvPr>
          <p:cNvSpPr>
            <a:spLocks noGrp="1"/>
          </p:cNvSpPr>
          <p:nvPr>
            <p:ph type="body" sz="quarter" idx="33"/>
          </p:nvPr>
        </p:nvSpPr>
        <p:spPr/>
        <p:txBody>
          <a:bodyPr/>
          <a:lstStyle/>
          <a:p>
            <a:r>
              <a:rPr lang="en-US" dirty="0"/>
              <a:t>ELIZABETH MOORE</a:t>
            </a:r>
          </a:p>
        </p:txBody>
      </p:sp>
      <p:sp>
        <p:nvSpPr>
          <p:cNvPr id="26" name="Text Placeholder 25">
            <a:extLst>
              <a:ext uri="{FF2B5EF4-FFF2-40B4-BE49-F238E27FC236}">
                <a16:creationId xmlns:a16="http://schemas.microsoft.com/office/drawing/2014/main" id="{98A87A1B-4C3D-5BB4-6449-1DB89F1926E3}"/>
              </a:ext>
            </a:extLst>
          </p:cNvPr>
          <p:cNvSpPr>
            <a:spLocks noGrp="1"/>
          </p:cNvSpPr>
          <p:nvPr>
            <p:ph type="body" sz="quarter" idx="34"/>
          </p:nvPr>
        </p:nvSpPr>
        <p:spPr/>
        <p:txBody>
          <a:bodyPr/>
          <a:lstStyle/>
          <a:p>
            <a:r>
              <a:rPr lang="en-US" dirty="0"/>
              <a:t>Product </a:t>
            </a:r>
          </a:p>
          <a:p>
            <a:r>
              <a:rPr lang="en-US" dirty="0"/>
              <a:t>Designer</a:t>
            </a:r>
          </a:p>
        </p:txBody>
      </p:sp>
      <p:pic>
        <p:nvPicPr>
          <p:cNvPr id="40" name="Picture Placeholder 39" descr="Team member head shot&#10;">
            <a:extLst>
              <a:ext uri="{FF2B5EF4-FFF2-40B4-BE49-F238E27FC236}">
                <a16:creationId xmlns:a16="http://schemas.microsoft.com/office/drawing/2014/main" id="{52D3D64F-21AD-0755-9EEF-13762D95D6E0}"/>
              </a:ext>
            </a:extLst>
          </p:cNvPr>
          <p:cNvPicPr>
            <a:picLocks noGrp="1" noChangeAspect="1"/>
          </p:cNvPicPr>
          <p:nvPr>
            <p:ph type="pic" sz="quarter" idx="15"/>
          </p:nvPr>
        </p:nvPicPr>
        <p:blipFill rotWithShape="1">
          <a:blip r:embed="rId6"/>
          <a:srcRect t="2944" b="2944"/>
          <a:stretch/>
        </p:blipFill>
        <p:spPr/>
      </p:pic>
      <p:pic>
        <p:nvPicPr>
          <p:cNvPr id="52" name="Picture Placeholder 51" descr="Team member head shot&#10;">
            <a:extLst>
              <a:ext uri="{FF2B5EF4-FFF2-40B4-BE49-F238E27FC236}">
                <a16:creationId xmlns:a16="http://schemas.microsoft.com/office/drawing/2014/main" id="{22058AAC-5D9F-577D-B7B2-238391311514}"/>
              </a:ext>
            </a:extLst>
          </p:cNvPr>
          <p:cNvPicPr>
            <a:picLocks noGrp="1" noChangeAspect="1"/>
          </p:cNvPicPr>
          <p:nvPr>
            <p:ph type="pic" sz="quarter" idx="27"/>
          </p:nvPr>
        </p:nvPicPr>
        <p:blipFill rotWithShape="1">
          <a:blip r:embed="rId7"/>
          <a:srcRect t="68" b="68"/>
          <a:stretch/>
        </p:blipFill>
        <p:spPr/>
      </p:pic>
      <p:sp>
        <p:nvSpPr>
          <p:cNvPr id="14" name="Text Placeholder 13">
            <a:extLst>
              <a:ext uri="{FF2B5EF4-FFF2-40B4-BE49-F238E27FC236}">
                <a16:creationId xmlns:a16="http://schemas.microsoft.com/office/drawing/2014/main" id="{519D9E81-2623-349E-904D-8BF6ECE353BA}"/>
              </a:ext>
            </a:extLst>
          </p:cNvPr>
          <p:cNvSpPr>
            <a:spLocks noGrp="1"/>
          </p:cNvSpPr>
          <p:nvPr>
            <p:ph type="body" sz="quarter" idx="23"/>
          </p:nvPr>
        </p:nvSpPr>
        <p:spPr/>
        <p:txBody>
          <a:bodyPr/>
          <a:lstStyle/>
          <a:p>
            <a:r>
              <a:rPr lang="en-US" dirty="0"/>
              <a:t>RAJESH SANTOSHI</a:t>
            </a:r>
          </a:p>
        </p:txBody>
      </p:sp>
      <p:sp>
        <p:nvSpPr>
          <p:cNvPr id="15" name="Text Placeholder 14">
            <a:extLst>
              <a:ext uri="{FF2B5EF4-FFF2-40B4-BE49-F238E27FC236}">
                <a16:creationId xmlns:a16="http://schemas.microsoft.com/office/drawing/2014/main" id="{2FC00352-D201-B54A-FE76-985161F19FEC}"/>
              </a:ext>
            </a:extLst>
          </p:cNvPr>
          <p:cNvSpPr>
            <a:spLocks noGrp="1"/>
          </p:cNvSpPr>
          <p:nvPr>
            <p:ph type="body" sz="quarter" idx="24"/>
          </p:nvPr>
        </p:nvSpPr>
        <p:spPr/>
        <p:txBody>
          <a:bodyPr/>
          <a:lstStyle/>
          <a:p>
            <a:r>
              <a:rPr lang="en-US" dirty="0"/>
              <a:t>VP Marketing​</a:t>
            </a:r>
          </a:p>
        </p:txBody>
      </p:sp>
      <p:sp>
        <p:nvSpPr>
          <p:cNvPr id="27" name="Text Placeholder 26">
            <a:extLst>
              <a:ext uri="{FF2B5EF4-FFF2-40B4-BE49-F238E27FC236}">
                <a16:creationId xmlns:a16="http://schemas.microsoft.com/office/drawing/2014/main" id="{C2D1179F-9CC5-E23D-37E2-BB999E68DE95}"/>
              </a:ext>
            </a:extLst>
          </p:cNvPr>
          <p:cNvSpPr>
            <a:spLocks noGrp="1"/>
          </p:cNvSpPr>
          <p:nvPr>
            <p:ph type="body" sz="quarter" idx="35"/>
          </p:nvPr>
        </p:nvSpPr>
        <p:spPr/>
        <p:txBody>
          <a:bodyPr/>
          <a:lstStyle/>
          <a:p>
            <a:r>
              <a:rPr lang="en-US" dirty="0"/>
              <a:t>ROBIN </a:t>
            </a:r>
          </a:p>
          <a:p>
            <a:r>
              <a:rPr lang="en-US" dirty="0"/>
              <a:t>KLINE</a:t>
            </a:r>
          </a:p>
        </p:txBody>
      </p:sp>
      <p:sp>
        <p:nvSpPr>
          <p:cNvPr id="28" name="Text Placeholder 27">
            <a:extLst>
              <a:ext uri="{FF2B5EF4-FFF2-40B4-BE49-F238E27FC236}">
                <a16:creationId xmlns:a16="http://schemas.microsoft.com/office/drawing/2014/main" id="{5D27B745-1B31-09CB-F001-4408E3D2F75A}"/>
              </a:ext>
            </a:extLst>
          </p:cNvPr>
          <p:cNvSpPr>
            <a:spLocks noGrp="1"/>
          </p:cNvSpPr>
          <p:nvPr>
            <p:ph type="body" sz="quarter" idx="36"/>
          </p:nvPr>
        </p:nvSpPr>
        <p:spPr/>
        <p:txBody>
          <a:bodyPr/>
          <a:lstStyle/>
          <a:p>
            <a:r>
              <a:rPr lang="en-US" dirty="0"/>
              <a:t>Content Developer</a:t>
            </a:r>
          </a:p>
        </p:txBody>
      </p:sp>
      <p:pic>
        <p:nvPicPr>
          <p:cNvPr id="38" name="Picture Placeholder 37" descr="Team member head shot&#10;">
            <a:extLst>
              <a:ext uri="{FF2B5EF4-FFF2-40B4-BE49-F238E27FC236}">
                <a16:creationId xmlns:a16="http://schemas.microsoft.com/office/drawing/2014/main" id="{E4C98BD3-8494-80AB-2E48-5F7B70FCDE48}"/>
              </a:ext>
            </a:extLst>
          </p:cNvPr>
          <p:cNvPicPr>
            <a:picLocks noGrp="1" noChangeAspect="1"/>
          </p:cNvPicPr>
          <p:nvPr>
            <p:ph type="pic" sz="quarter" idx="16"/>
          </p:nvPr>
        </p:nvPicPr>
        <p:blipFill rotWithShape="1">
          <a:blip r:embed="rId8"/>
          <a:srcRect/>
          <a:stretch/>
        </p:blipFill>
        <p:spPr/>
      </p:pic>
      <p:pic>
        <p:nvPicPr>
          <p:cNvPr id="54" name="Picture Placeholder 53" descr="Team member head shot&#10;">
            <a:extLst>
              <a:ext uri="{FF2B5EF4-FFF2-40B4-BE49-F238E27FC236}">
                <a16:creationId xmlns:a16="http://schemas.microsoft.com/office/drawing/2014/main" id="{72EB0BF6-5AAA-BF98-00D4-C688D2CC92D1}"/>
              </a:ext>
            </a:extLst>
          </p:cNvPr>
          <p:cNvPicPr>
            <a:picLocks noGrp="1" noChangeAspect="1"/>
          </p:cNvPicPr>
          <p:nvPr>
            <p:ph type="pic" sz="quarter" idx="28"/>
          </p:nvPr>
        </p:nvPicPr>
        <p:blipFill rotWithShape="1">
          <a:blip r:embed="rId9"/>
          <a:srcRect l="262" r="262"/>
          <a:stretch/>
        </p:blipFill>
        <p:spPr/>
      </p:pic>
      <p:sp>
        <p:nvSpPr>
          <p:cNvPr id="3" name="Slide Number Placeholder 2">
            <a:extLst>
              <a:ext uri="{FF2B5EF4-FFF2-40B4-BE49-F238E27FC236}">
                <a16:creationId xmlns:a16="http://schemas.microsoft.com/office/drawing/2014/main" id="{C11CC6B6-E9D4-1736-ABF6-727D2464A975}"/>
              </a:ext>
            </a:extLst>
          </p:cNvPr>
          <p:cNvSpPr>
            <a:spLocks noGrp="1"/>
          </p:cNvSpPr>
          <p:nvPr>
            <p:ph type="sldNum" sz="quarter" idx="12"/>
          </p:nvPr>
        </p:nvSpPr>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1628771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37D19-4D60-B5D0-74C9-46A5D81261BB}"/>
              </a:ext>
            </a:extLst>
          </p:cNvPr>
          <p:cNvSpPr>
            <a:spLocks noGrp="1"/>
          </p:cNvSpPr>
          <p:nvPr>
            <p:ph type="title"/>
          </p:nvPr>
        </p:nvSpPr>
        <p:spPr/>
        <p:txBody>
          <a:bodyPr/>
          <a:lstStyle/>
          <a:p>
            <a:r>
              <a:rPr lang="en-US" dirty="0"/>
              <a:t>PLAN FOR PRODUCT LAUNCH</a:t>
            </a:r>
          </a:p>
        </p:txBody>
      </p:sp>
      <p:sp>
        <p:nvSpPr>
          <p:cNvPr id="7" name="Footer Placeholder 6">
            <a:extLst>
              <a:ext uri="{FF2B5EF4-FFF2-40B4-BE49-F238E27FC236}">
                <a16:creationId xmlns:a16="http://schemas.microsoft.com/office/drawing/2014/main" id="{C9F924E8-B6E6-C266-842D-422148E57074}"/>
              </a:ext>
            </a:extLst>
          </p:cNvPr>
          <p:cNvSpPr>
            <a:spLocks noGrp="1"/>
          </p:cNvSpPr>
          <p:nvPr>
            <p:ph type="ftr" sz="quarter" idx="11"/>
          </p:nvPr>
        </p:nvSpPr>
        <p:spPr/>
        <p:txBody>
          <a:bodyPr/>
          <a:lstStyle/>
          <a:p>
            <a:r>
              <a:rPr lang="en-US" dirty="0"/>
              <a:t>PRESENTATION TITLE</a:t>
            </a:r>
          </a:p>
        </p:txBody>
      </p:sp>
      <p:sp>
        <p:nvSpPr>
          <p:cNvPr id="3" name="Text Placeholder 2">
            <a:extLst>
              <a:ext uri="{FF2B5EF4-FFF2-40B4-BE49-F238E27FC236}">
                <a16:creationId xmlns:a16="http://schemas.microsoft.com/office/drawing/2014/main" id="{9B0814BF-E9DC-8615-1CF0-1112CBD60A66}"/>
              </a:ext>
            </a:extLst>
          </p:cNvPr>
          <p:cNvSpPr>
            <a:spLocks noGrp="1"/>
          </p:cNvSpPr>
          <p:nvPr>
            <p:ph type="body" idx="1"/>
          </p:nvPr>
        </p:nvSpPr>
        <p:spPr/>
        <p:txBody>
          <a:bodyPr/>
          <a:lstStyle/>
          <a:p>
            <a:r>
              <a:rPr lang="en-US" dirty="0"/>
              <a:t>PLANNING</a:t>
            </a:r>
          </a:p>
        </p:txBody>
      </p:sp>
      <p:sp>
        <p:nvSpPr>
          <p:cNvPr id="23" name="Content Placeholder 22">
            <a:extLst>
              <a:ext uri="{FF2B5EF4-FFF2-40B4-BE49-F238E27FC236}">
                <a16:creationId xmlns:a16="http://schemas.microsoft.com/office/drawing/2014/main" id="{2C051FD2-C541-D8EE-D263-DFD01AD1C602}"/>
              </a:ext>
            </a:extLst>
          </p:cNvPr>
          <p:cNvSpPr>
            <a:spLocks noGrp="1"/>
          </p:cNvSpPr>
          <p:nvPr>
            <p:ph sz="half" idx="2"/>
          </p:nvPr>
        </p:nvSpPr>
        <p:spPr/>
        <p:txBody>
          <a:bodyPr/>
          <a:lstStyle/>
          <a:p>
            <a:r>
              <a:rPr lang="en-US" dirty="0"/>
              <a:t>Synergize scalable e-commerce</a:t>
            </a:r>
          </a:p>
          <a:p>
            <a:endParaRPr lang="en-US" dirty="0"/>
          </a:p>
        </p:txBody>
      </p:sp>
      <p:sp>
        <p:nvSpPr>
          <p:cNvPr id="5" name="Text Placeholder 4">
            <a:extLst>
              <a:ext uri="{FF2B5EF4-FFF2-40B4-BE49-F238E27FC236}">
                <a16:creationId xmlns:a16="http://schemas.microsoft.com/office/drawing/2014/main" id="{4714EE7D-83C7-DE47-C100-0904BB907007}"/>
              </a:ext>
            </a:extLst>
          </p:cNvPr>
          <p:cNvSpPr>
            <a:spLocks noGrp="1"/>
          </p:cNvSpPr>
          <p:nvPr>
            <p:ph type="body" sz="quarter" idx="3"/>
          </p:nvPr>
        </p:nvSpPr>
        <p:spPr/>
        <p:txBody>
          <a:bodyPr/>
          <a:lstStyle/>
          <a:p>
            <a:r>
              <a:rPr lang="en-US" dirty="0"/>
              <a:t>MARKETING</a:t>
            </a:r>
          </a:p>
        </p:txBody>
      </p:sp>
      <p:sp>
        <p:nvSpPr>
          <p:cNvPr id="24" name="Content Placeholder 23">
            <a:extLst>
              <a:ext uri="{FF2B5EF4-FFF2-40B4-BE49-F238E27FC236}">
                <a16:creationId xmlns:a16="http://schemas.microsoft.com/office/drawing/2014/main" id="{61DE34F0-9D00-D163-584E-9738310DB6BC}"/>
              </a:ext>
            </a:extLst>
          </p:cNvPr>
          <p:cNvSpPr>
            <a:spLocks noGrp="1"/>
          </p:cNvSpPr>
          <p:nvPr>
            <p:ph sz="quarter" idx="4"/>
          </p:nvPr>
        </p:nvSpPr>
        <p:spPr/>
        <p:txBody>
          <a:bodyPr/>
          <a:lstStyle/>
          <a:p>
            <a:pPr lvl="0"/>
            <a:r>
              <a:rPr lang="en-US" dirty="0"/>
              <a:t>Disseminate standardized metrics</a:t>
            </a:r>
          </a:p>
        </p:txBody>
      </p:sp>
      <p:sp>
        <p:nvSpPr>
          <p:cNvPr id="9" name="Text Placeholder 8">
            <a:extLst>
              <a:ext uri="{FF2B5EF4-FFF2-40B4-BE49-F238E27FC236}">
                <a16:creationId xmlns:a16="http://schemas.microsoft.com/office/drawing/2014/main" id="{310ADB9E-1121-2450-35D1-8486C9BC3613}"/>
              </a:ext>
            </a:extLst>
          </p:cNvPr>
          <p:cNvSpPr>
            <a:spLocks noGrp="1"/>
          </p:cNvSpPr>
          <p:nvPr>
            <p:ph type="body" sz="quarter" idx="13"/>
          </p:nvPr>
        </p:nvSpPr>
        <p:spPr/>
        <p:txBody>
          <a:bodyPr/>
          <a:lstStyle/>
          <a:p>
            <a:r>
              <a:rPr lang="en-US" dirty="0"/>
              <a:t>DESIGN</a:t>
            </a:r>
          </a:p>
        </p:txBody>
      </p:sp>
      <p:sp>
        <p:nvSpPr>
          <p:cNvPr id="25" name="Content Placeholder 24">
            <a:extLst>
              <a:ext uri="{FF2B5EF4-FFF2-40B4-BE49-F238E27FC236}">
                <a16:creationId xmlns:a16="http://schemas.microsoft.com/office/drawing/2014/main" id="{3F1B077F-4F6F-1F99-B5B6-BF27786BBA9F}"/>
              </a:ext>
            </a:extLst>
          </p:cNvPr>
          <p:cNvSpPr>
            <a:spLocks noGrp="1"/>
          </p:cNvSpPr>
          <p:nvPr>
            <p:ph sz="quarter" idx="14"/>
          </p:nvPr>
        </p:nvSpPr>
        <p:spPr/>
        <p:txBody>
          <a:bodyPr/>
          <a:lstStyle/>
          <a:p>
            <a:pPr lvl="0"/>
            <a:r>
              <a:rPr lang="en-US" dirty="0"/>
              <a:t>Coordinate </a:t>
            </a:r>
            <a:br>
              <a:rPr lang="en-US" dirty="0"/>
            </a:br>
            <a:r>
              <a:rPr lang="en-US" dirty="0"/>
              <a:t>e-business applications</a:t>
            </a:r>
          </a:p>
        </p:txBody>
      </p:sp>
      <p:sp>
        <p:nvSpPr>
          <p:cNvPr id="11" name="Text Placeholder 10">
            <a:extLst>
              <a:ext uri="{FF2B5EF4-FFF2-40B4-BE49-F238E27FC236}">
                <a16:creationId xmlns:a16="http://schemas.microsoft.com/office/drawing/2014/main" id="{FAA4C0B8-3B41-049C-EA95-B5BC48C10C66}"/>
              </a:ext>
            </a:extLst>
          </p:cNvPr>
          <p:cNvSpPr>
            <a:spLocks noGrp="1"/>
          </p:cNvSpPr>
          <p:nvPr>
            <p:ph type="body" sz="quarter" idx="15"/>
          </p:nvPr>
        </p:nvSpPr>
        <p:spPr/>
        <p:txBody>
          <a:bodyPr/>
          <a:lstStyle/>
          <a:p>
            <a:r>
              <a:rPr lang="en-US" dirty="0"/>
              <a:t>STRATEGY</a:t>
            </a:r>
          </a:p>
        </p:txBody>
      </p:sp>
      <p:sp>
        <p:nvSpPr>
          <p:cNvPr id="26" name="Content Placeholder 25">
            <a:extLst>
              <a:ext uri="{FF2B5EF4-FFF2-40B4-BE49-F238E27FC236}">
                <a16:creationId xmlns:a16="http://schemas.microsoft.com/office/drawing/2014/main" id="{6ACBEE98-EEED-F89F-8CC0-E8497F8E546E}"/>
              </a:ext>
            </a:extLst>
          </p:cNvPr>
          <p:cNvSpPr>
            <a:spLocks noGrp="1"/>
          </p:cNvSpPr>
          <p:nvPr>
            <p:ph sz="quarter" idx="16"/>
          </p:nvPr>
        </p:nvSpPr>
        <p:spPr/>
        <p:txBody>
          <a:bodyPr/>
          <a:lstStyle/>
          <a:p>
            <a:pPr lvl="0"/>
            <a:r>
              <a:rPr lang="en-US" dirty="0"/>
              <a:t>Foster holistically superior methodologies</a:t>
            </a:r>
          </a:p>
        </p:txBody>
      </p:sp>
      <p:sp>
        <p:nvSpPr>
          <p:cNvPr id="13" name="Text Placeholder 12">
            <a:extLst>
              <a:ext uri="{FF2B5EF4-FFF2-40B4-BE49-F238E27FC236}">
                <a16:creationId xmlns:a16="http://schemas.microsoft.com/office/drawing/2014/main" id="{8850A56B-786B-E4E2-77AC-8193D264E2FE}"/>
              </a:ext>
            </a:extLst>
          </p:cNvPr>
          <p:cNvSpPr>
            <a:spLocks noGrp="1"/>
          </p:cNvSpPr>
          <p:nvPr>
            <p:ph type="body" sz="quarter" idx="17"/>
          </p:nvPr>
        </p:nvSpPr>
        <p:spPr/>
        <p:txBody>
          <a:bodyPr/>
          <a:lstStyle/>
          <a:p>
            <a:r>
              <a:rPr lang="en-US" dirty="0"/>
              <a:t>LAUNCH</a:t>
            </a:r>
          </a:p>
        </p:txBody>
      </p:sp>
      <p:sp>
        <p:nvSpPr>
          <p:cNvPr id="27" name="Content Placeholder 26">
            <a:extLst>
              <a:ext uri="{FF2B5EF4-FFF2-40B4-BE49-F238E27FC236}">
                <a16:creationId xmlns:a16="http://schemas.microsoft.com/office/drawing/2014/main" id="{5D63848E-7E38-C88A-D15E-40DF95AB07BB}"/>
              </a:ext>
            </a:extLst>
          </p:cNvPr>
          <p:cNvSpPr>
            <a:spLocks noGrp="1"/>
          </p:cNvSpPr>
          <p:nvPr>
            <p:ph sz="quarter" idx="18"/>
          </p:nvPr>
        </p:nvSpPr>
        <p:spPr/>
        <p:txBody>
          <a:bodyPr/>
          <a:lstStyle/>
          <a:p>
            <a:pPr lvl="0"/>
            <a:r>
              <a:rPr lang="en-US" dirty="0"/>
              <a:t>Deploy strategic networks with compelling </a:t>
            </a:r>
            <a:br>
              <a:rPr lang="en-US" dirty="0"/>
            </a:br>
            <a:r>
              <a:rPr lang="en-US" dirty="0"/>
              <a:t>e-business needs</a:t>
            </a:r>
          </a:p>
        </p:txBody>
      </p:sp>
      <p:sp>
        <p:nvSpPr>
          <p:cNvPr id="8" name="Slide Number Placeholder 7">
            <a:extLst>
              <a:ext uri="{FF2B5EF4-FFF2-40B4-BE49-F238E27FC236}">
                <a16:creationId xmlns:a16="http://schemas.microsoft.com/office/drawing/2014/main" id="{60DE4CC7-0F16-896F-1EBA-F387E12A24C3}"/>
              </a:ext>
            </a:extLst>
          </p:cNvPr>
          <p:cNvSpPr>
            <a:spLocks noGrp="1"/>
          </p:cNvSpPr>
          <p:nvPr>
            <p:ph type="sldNum" sz="quarter" idx="12"/>
          </p:nvPr>
        </p:nvSpPr>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3008749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6F402D0D-1253-FDCF-200C-358D2373CCEA}"/>
              </a:ext>
            </a:extLst>
          </p:cNvPr>
          <p:cNvSpPr>
            <a:spLocks noGrp="1"/>
          </p:cNvSpPr>
          <p:nvPr>
            <p:ph type="title"/>
          </p:nvPr>
        </p:nvSpPr>
        <p:spPr/>
        <p:txBody>
          <a:bodyPr/>
          <a:lstStyle/>
          <a:p>
            <a:r>
              <a:rPr lang="en-US" dirty="0"/>
              <a:t>TIMELINE</a:t>
            </a:r>
          </a:p>
        </p:txBody>
      </p:sp>
      <p:sp>
        <p:nvSpPr>
          <p:cNvPr id="8" name="Footer Placeholder 7">
            <a:extLst>
              <a:ext uri="{FF2B5EF4-FFF2-40B4-BE49-F238E27FC236}">
                <a16:creationId xmlns:a16="http://schemas.microsoft.com/office/drawing/2014/main" id="{A82C041C-BA32-9DB5-9158-1264919F5376}"/>
              </a:ext>
            </a:extLst>
          </p:cNvPr>
          <p:cNvSpPr>
            <a:spLocks noGrp="1"/>
          </p:cNvSpPr>
          <p:nvPr>
            <p:ph type="ftr" sz="quarter" idx="11"/>
          </p:nvPr>
        </p:nvSpPr>
        <p:spPr/>
        <p:txBody>
          <a:bodyPr/>
          <a:lstStyle/>
          <a:p>
            <a:r>
              <a:rPr lang="en-US" dirty="0"/>
              <a:t>PRESENTATION TITLE</a:t>
            </a:r>
          </a:p>
        </p:txBody>
      </p:sp>
      <p:sp>
        <p:nvSpPr>
          <p:cNvPr id="2" name="Text Placeholder 1">
            <a:extLst>
              <a:ext uri="{FF2B5EF4-FFF2-40B4-BE49-F238E27FC236}">
                <a16:creationId xmlns:a16="http://schemas.microsoft.com/office/drawing/2014/main" id="{0649137D-2A6C-3A81-F639-FA3C26C76D3F}"/>
              </a:ext>
            </a:extLst>
          </p:cNvPr>
          <p:cNvSpPr>
            <a:spLocks noGrp="1"/>
          </p:cNvSpPr>
          <p:nvPr>
            <p:ph type="body" sz="quarter" idx="13"/>
          </p:nvPr>
        </p:nvSpPr>
        <p:spPr/>
        <p:txBody>
          <a:bodyPr/>
          <a:lstStyle/>
          <a:p>
            <a:r>
              <a:rPr lang="en-US" dirty="0"/>
              <a:t>SEP 20XX</a:t>
            </a:r>
          </a:p>
        </p:txBody>
      </p:sp>
      <p:sp>
        <p:nvSpPr>
          <p:cNvPr id="10" name="Text Placeholder 9">
            <a:extLst>
              <a:ext uri="{FF2B5EF4-FFF2-40B4-BE49-F238E27FC236}">
                <a16:creationId xmlns:a16="http://schemas.microsoft.com/office/drawing/2014/main" id="{483C06D0-E1DB-BF5B-0723-E86ECD593FA6}"/>
              </a:ext>
            </a:extLst>
          </p:cNvPr>
          <p:cNvSpPr>
            <a:spLocks noGrp="1"/>
          </p:cNvSpPr>
          <p:nvPr>
            <p:ph type="body" sz="quarter" idx="18"/>
          </p:nvPr>
        </p:nvSpPr>
        <p:spPr/>
        <p:txBody>
          <a:bodyPr/>
          <a:lstStyle/>
          <a:p>
            <a:pPr lvl="0"/>
            <a:r>
              <a:rPr lang="en-US" dirty="0"/>
              <a:t>Synergize </a:t>
            </a:r>
          </a:p>
          <a:p>
            <a:pPr lvl="0"/>
            <a:r>
              <a:rPr lang="en-US" b="1" dirty="0"/>
              <a:t>scalable </a:t>
            </a:r>
          </a:p>
          <a:p>
            <a:pPr lvl="0"/>
            <a:r>
              <a:rPr lang="en-US" b="1" dirty="0"/>
              <a:t>e-commerce</a:t>
            </a:r>
          </a:p>
        </p:txBody>
      </p:sp>
      <p:cxnSp>
        <p:nvCxnSpPr>
          <p:cNvPr id="47" name="Straight Arrow Connector 44" descr="Connecting arrow">
            <a:extLst>
              <a:ext uri="{FF2B5EF4-FFF2-40B4-BE49-F238E27FC236}">
                <a16:creationId xmlns:a16="http://schemas.microsoft.com/office/drawing/2014/main" id="{BC3D7D22-1710-7586-51EC-807950387573}"/>
              </a:ext>
            </a:extLst>
          </p:cNvPr>
          <p:cNvCxnSpPr>
            <a:cxnSpLocks/>
            <a:stCxn id="5" idx="3"/>
            <a:endCxn id="3" idx="0"/>
          </p:cNvCxnSpPr>
          <p:nvPr/>
        </p:nvCxnSpPr>
        <p:spPr>
          <a:xfrm rot="5400000" flipH="1" flipV="1">
            <a:off x="3791601" y="2620051"/>
            <a:ext cx="558161" cy="1966011"/>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3BAC312B-0248-777F-AEB1-4F76CAA95ABF}"/>
              </a:ext>
            </a:extLst>
          </p:cNvPr>
          <p:cNvSpPr>
            <a:spLocks noGrp="1"/>
          </p:cNvSpPr>
          <p:nvPr>
            <p:ph type="body" sz="quarter" idx="14"/>
          </p:nvPr>
        </p:nvSpPr>
        <p:spPr/>
        <p:txBody>
          <a:bodyPr/>
          <a:lstStyle/>
          <a:p>
            <a:r>
              <a:rPr lang="en-US" dirty="0"/>
              <a:t>JAN 20XX</a:t>
            </a:r>
          </a:p>
        </p:txBody>
      </p:sp>
      <p:sp>
        <p:nvSpPr>
          <p:cNvPr id="11" name="Text Placeholder 10">
            <a:extLst>
              <a:ext uri="{FF2B5EF4-FFF2-40B4-BE49-F238E27FC236}">
                <a16:creationId xmlns:a16="http://schemas.microsoft.com/office/drawing/2014/main" id="{763E08B0-2334-33D6-E6CC-5D7120AD82A8}"/>
              </a:ext>
            </a:extLst>
          </p:cNvPr>
          <p:cNvSpPr>
            <a:spLocks noGrp="1"/>
          </p:cNvSpPr>
          <p:nvPr>
            <p:ph type="body" sz="quarter" idx="19"/>
          </p:nvPr>
        </p:nvSpPr>
        <p:spPr/>
        <p:txBody>
          <a:bodyPr/>
          <a:lstStyle/>
          <a:p>
            <a:pPr lvl="0"/>
            <a:r>
              <a:rPr lang="en-US" dirty="0"/>
              <a:t>Coordinate </a:t>
            </a:r>
          </a:p>
          <a:p>
            <a:pPr lvl="0"/>
            <a:r>
              <a:rPr lang="en-US" b="1" dirty="0"/>
              <a:t>e-business applications</a:t>
            </a:r>
          </a:p>
        </p:txBody>
      </p:sp>
      <p:cxnSp>
        <p:nvCxnSpPr>
          <p:cNvPr id="51" name="Straight Arrow Connector 44" descr="Connecting arrow">
            <a:extLst>
              <a:ext uri="{FF2B5EF4-FFF2-40B4-BE49-F238E27FC236}">
                <a16:creationId xmlns:a16="http://schemas.microsoft.com/office/drawing/2014/main" id="{48A4C37F-6D4C-F508-C28E-2170FC2A6D8F}"/>
              </a:ext>
            </a:extLst>
          </p:cNvPr>
          <p:cNvCxnSpPr>
            <a:cxnSpLocks/>
            <a:stCxn id="6" idx="3"/>
            <a:endCxn id="4" idx="0"/>
          </p:cNvCxnSpPr>
          <p:nvPr/>
        </p:nvCxnSpPr>
        <p:spPr>
          <a:xfrm rot="5400000" flipH="1" flipV="1">
            <a:off x="8238067" y="2622431"/>
            <a:ext cx="553400" cy="1966010"/>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662F7B83-4957-3FDF-FCD7-670A863C20B2}"/>
              </a:ext>
            </a:extLst>
          </p:cNvPr>
          <p:cNvSpPr>
            <a:spLocks noGrp="1"/>
          </p:cNvSpPr>
          <p:nvPr>
            <p:ph type="body" sz="quarter" idx="15"/>
          </p:nvPr>
        </p:nvSpPr>
        <p:spPr/>
        <p:txBody>
          <a:bodyPr/>
          <a:lstStyle/>
          <a:p>
            <a:r>
              <a:rPr lang="en-US" dirty="0"/>
              <a:t>May 20XX</a:t>
            </a:r>
          </a:p>
        </p:txBody>
      </p:sp>
      <p:sp>
        <p:nvSpPr>
          <p:cNvPr id="12" name="Text Placeholder 11">
            <a:extLst>
              <a:ext uri="{FF2B5EF4-FFF2-40B4-BE49-F238E27FC236}">
                <a16:creationId xmlns:a16="http://schemas.microsoft.com/office/drawing/2014/main" id="{B0661D74-2EFE-C693-BB74-D733AD13A861}"/>
              </a:ext>
            </a:extLst>
          </p:cNvPr>
          <p:cNvSpPr>
            <a:spLocks noGrp="1"/>
          </p:cNvSpPr>
          <p:nvPr>
            <p:ph type="body" sz="quarter" idx="20"/>
          </p:nvPr>
        </p:nvSpPr>
        <p:spPr/>
        <p:txBody>
          <a:bodyPr/>
          <a:lstStyle/>
          <a:p>
            <a:pPr lvl="0"/>
            <a:r>
              <a:rPr lang="en-US" dirty="0"/>
              <a:t>Deploy </a:t>
            </a:r>
            <a:r>
              <a:rPr lang="en-US" b="1" dirty="0"/>
              <a:t>strategic networks with compelling </a:t>
            </a:r>
          </a:p>
          <a:p>
            <a:pPr lvl="0"/>
            <a:r>
              <a:rPr lang="en-US" b="1" dirty="0"/>
              <a:t>e-business needs</a:t>
            </a:r>
          </a:p>
        </p:txBody>
      </p:sp>
      <p:cxnSp>
        <p:nvCxnSpPr>
          <p:cNvPr id="45" name="Straight Arrow Connector 44" descr="Connecting arrow">
            <a:extLst>
              <a:ext uri="{FF2B5EF4-FFF2-40B4-BE49-F238E27FC236}">
                <a16:creationId xmlns:a16="http://schemas.microsoft.com/office/drawing/2014/main" id="{B8BFA6A1-385F-2847-59C6-213D0606710D}"/>
              </a:ext>
            </a:extLst>
          </p:cNvPr>
          <p:cNvCxnSpPr>
            <a:stCxn id="2" idx="1"/>
            <a:endCxn id="5" idx="0"/>
          </p:cNvCxnSpPr>
          <p:nvPr/>
        </p:nvCxnSpPr>
        <p:spPr>
          <a:xfrm rot="16200000" flipH="1">
            <a:off x="1571938" y="3513970"/>
            <a:ext cx="553400" cy="1966011"/>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568C0CFC-4DE9-71AA-6D3C-E8652D9BEBF5}"/>
              </a:ext>
            </a:extLst>
          </p:cNvPr>
          <p:cNvSpPr>
            <a:spLocks noGrp="1"/>
          </p:cNvSpPr>
          <p:nvPr>
            <p:ph type="body" sz="quarter" idx="16"/>
          </p:nvPr>
        </p:nvSpPr>
        <p:spPr/>
        <p:txBody>
          <a:bodyPr/>
          <a:lstStyle/>
          <a:p>
            <a:r>
              <a:rPr lang="en-US" dirty="0"/>
              <a:t>NOV 20XX</a:t>
            </a:r>
          </a:p>
        </p:txBody>
      </p:sp>
      <p:sp>
        <p:nvSpPr>
          <p:cNvPr id="14" name="Text Placeholder 13">
            <a:extLst>
              <a:ext uri="{FF2B5EF4-FFF2-40B4-BE49-F238E27FC236}">
                <a16:creationId xmlns:a16="http://schemas.microsoft.com/office/drawing/2014/main" id="{43DFEEA6-4AAD-5436-17AA-56EFDA3E432C}"/>
              </a:ext>
            </a:extLst>
          </p:cNvPr>
          <p:cNvSpPr>
            <a:spLocks noGrp="1"/>
          </p:cNvSpPr>
          <p:nvPr>
            <p:ph type="body" sz="quarter" idx="22"/>
          </p:nvPr>
        </p:nvSpPr>
        <p:spPr/>
        <p:txBody>
          <a:bodyPr/>
          <a:lstStyle/>
          <a:p>
            <a:pPr lvl="0"/>
            <a:r>
              <a:rPr lang="en-US" dirty="0"/>
              <a:t>Disseminate standardized </a:t>
            </a:r>
            <a:r>
              <a:rPr lang="en-US" b="1" dirty="0"/>
              <a:t>metrics</a:t>
            </a:r>
          </a:p>
        </p:txBody>
      </p:sp>
      <p:cxnSp>
        <p:nvCxnSpPr>
          <p:cNvPr id="49" name="Straight Arrow Connector 44" descr="Connecting arrow">
            <a:extLst>
              <a:ext uri="{FF2B5EF4-FFF2-40B4-BE49-F238E27FC236}">
                <a16:creationId xmlns:a16="http://schemas.microsoft.com/office/drawing/2014/main" id="{900822B8-79FE-91B5-6738-C9AA0E33984E}"/>
              </a:ext>
            </a:extLst>
          </p:cNvPr>
          <p:cNvCxnSpPr>
            <a:cxnSpLocks/>
            <a:stCxn id="3" idx="1"/>
            <a:endCxn id="6" idx="0"/>
          </p:cNvCxnSpPr>
          <p:nvPr/>
        </p:nvCxnSpPr>
        <p:spPr>
          <a:xfrm rot="16200000" flipH="1">
            <a:off x="6013644" y="3511589"/>
            <a:ext cx="558161" cy="1966011"/>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68524C6-142C-4627-2305-AAB73C14EE1A}"/>
              </a:ext>
            </a:extLst>
          </p:cNvPr>
          <p:cNvSpPr>
            <a:spLocks noGrp="1"/>
          </p:cNvSpPr>
          <p:nvPr>
            <p:ph type="body" sz="quarter" idx="17"/>
          </p:nvPr>
        </p:nvSpPr>
        <p:spPr/>
        <p:txBody>
          <a:bodyPr/>
          <a:lstStyle/>
          <a:p>
            <a:r>
              <a:rPr lang="en-US" dirty="0"/>
              <a:t>MAR 20XX</a:t>
            </a:r>
          </a:p>
        </p:txBody>
      </p:sp>
      <p:sp>
        <p:nvSpPr>
          <p:cNvPr id="13" name="Text Placeholder 12">
            <a:extLst>
              <a:ext uri="{FF2B5EF4-FFF2-40B4-BE49-F238E27FC236}">
                <a16:creationId xmlns:a16="http://schemas.microsoft.com/office/drawing/2014/main" id="{13F81BE4-398C-16CD-B300-25082227312B}"/>
              </a:ext>
            </a:extLst>
          </p:cNvPr>
          <p:cNvSpPr>
            <a:spLocks noGrp="1"/>
          </p:cNvSpPr>
          <p:nvPr>
            <p:ph type="body" sz="quarter" idx="21"/>
          </p:nvPr>
        </p:nvSpPr>
        <p:spPr>
          <a:xfrm>
            <a:off x="7827392" y="3882136"/>
            <a:ext cx="1796654" cy="1783080"/>
          </a:xfrm>
        </p:spPr>
        <p:txBody>
          <a:bodyPr/>
          <a:lstStyle/>
          <a:p>
            <a:r>
              <a:rPr lang="en-US" dirty="0"/>
              <a:t>Foster holistically superior </a:t>
            </a:r>
            <a:r>
              <a:rPr lang="en-US" b="1" dirty="0"/>
              <a:t>methodologies</a:t>
            </a:r>
          </a:p>
        </p:txBody>
      </p:sp>
      <p:sp>
        <p:nvSpPr>
          <p:cNvPr id="9" name="Slide Number Placeholder 8">
            <a:extLst>
              <a:ext uri="{FF2B5EF4-FFF2-40B4-BE49-F238E27FC236}">
                <a16:creationId xmlns:a16="http://schemas.microsoft.com/office/drawing/2014/main" id="{42D01FA3-0BE0-D543-3ABD-0B0771F30A19}"/>
              </a:ext>
            </a:extLst>
          </p:cNvPr>
          <p:cNvSpPr>
            <a:spLocks noGrp="1"/>
          </p:cNvSpPr>
          <p:nvPr>
            <p:ph type="sldNum" sz="quarter" idx="12"/>
          </p:nvPr>
        </p:nvSpPr>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312043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A49ABFAC-D966-9A7C-EFB9-4AA2A4BFCB3B}"/>
              </a:ext>
            </a:extLst>
          </p:cNvPr>
          <p:cNvSpPr>
            <a:spLocks noGrp="1"/>
          </p:cNvSpPr>
          <p:nvPr>
            <p:ph type="title"/>
          </p:nvPr>
        </p:nvSpPr>
        <p:spPr/>
        <p:txBody>
          <a:bodyPr/>
          <a:lstStyle/>
          <a:p>
            <a:r>
              <a:rPr lang="en-US" dirty="0"/>
              <a:t>AREAS OF FOCUS</a:t>
            </a:r>
          </a:p>
        </p:txBody>
      </p:sp>
      <p:sp>
        <p:nvSpPr>
          <p:cNvPr id="7" name="Footer Placeholder 6">
            <a:extLst>
              <a:ext uri="{FF2B5EF4-FFF2-40B4-BE49-F238E27FC236}">
                <a16:creationId xmlns:a16="http://schemas.microsoft.com/office/drawing/2014/main" id="{6C58156F-B502-2468-F7F7-7EF56BA44FBE}"/>
              </a:ext>
            </a:extLst>
          </p:cNvPr>
          <p:cNvSpPr>
            <a:spLocks noGrp="1"/>
          </p:cNvSpPr>
          <p:nvPr>
            <p:ph type="ftr" sz="quarter" idx="11"/>
          </p:nvPr>
        </p:nvSpPr>
        <p:spPr/>
        <p:txBody>
          <a:bodyPr/>
          <a:lstStyle/>
          <a:p>
            <a:r>
              <a:rPr lang="en-US" dirty="0"/>
              <a:t>PRESENTATION TITLE</a:t>
            </a:r>
          </a:p>
        </p:txBody>
      </p:sp>
      <p:sp>
        <p:nvSpPr>
          <p:cNvPr id="42" name="Text Placeholder 41">
            <a:extLst>
              <a:ext uri="{FF2B5EF4-FFF2-40B4-BE49-F238E27FC236}">
                <a16:creationId xmlns:a16="http://schemas.microsoft.com/office/drawing/2014/main" id="{E7EE4D5B-87DD-4137-0625-40623A0E8A35}"/>
              </a:ext>
            </a:extLst>
          </p:cNvPr>
          <p:cNvSpPr>
            <a:spLocks noGrp="1"/>
          </p:cNvSpPr>
          <p:nvPr>
            <p:ph type="body" idx="1"/>
          </p:nvPr>
        </p:nvSpPr>
        <p:spPr/>
        <p:txBody>
          <a:bodyPr/>
          <a:lstStyle/>
          <a:p>
            <a:r>
              <a:rPr lang="en-US" dirty="0"/>
              <a:t>B2B MARKET SCENARIOS</a:t>
            </a:r>
          </a:p>
        </p:txBody>
      </p:sp>
      <p:sp>
        <p:nvSpPr>
          <p:cNvPr id="43" name="Content Placeholder 42">
            <a:extLst>
              <a:ext uri="{FF2B5EF4-FFF2-40B4-BE49-F238E27FC236}">
                <a16:creationId xmlns:a16="http://schemas.microsoft.com/office/drawing/2014/main" id="{DDD88D28-D711-5AC9-E34C-3050A6413FB3}"/>
              </a:ext>
            </a:extLst>
          </p:cNvPr>
          <p:cNvSpPr>
            <a:spLocks noGrp="1"/>
          </p:cNvSpPr>
          <p:nvPr>
            <p:ph sz="half" idx="2"/>
          </p:nvPr>
        </p:nvSpPr>
        <p:spPr/>
        <p:txBody>
          <a:bodyPr/>
          <a:lstStyle/>
          <a:p>
            <a:r>
              <a:rPr lang="en-US" dirty="0"/>
              <a:t>Develop winning strategies to keep ahead of the competition​</a:t>
            </a:r>
          </a:p>
          <a:p>
            <a:r>
              <a:rPr lang="en-US" dirty="0"/>
              <a:t>Capitalize on low-hanging fruit to identify a ballpark value​</a:t>
            </a:r>
          </a:p>
          <a:p>
            <a:r>
              <a:rPr lang="en-US" dirty="0"/>
              <a:t>Visualize customer directed convergence</a:t>
            </a:r>
          </a:p>
        </p:txBody>
      </p:sp>
      <p:sp>
        <p:nvSpPr>
          <p:cNvPr id="44" name="Text Placeholder 43">
            <a:extLst>
              <a:ext uri="{FF2B5EF4-FFF2-40B4-BE49-F238E27FC236}">
                <a16:creationId xmlns:a16="http://schemas.microsoft.com/office/drawing/2014/main" id="{9A16E2DA-8782-EACD-C467-2BD2FC22391C}"/>
              </a:ext>
            </a:extLst>
          </p:cNvPr>
          <p:cNvSpPr>
            <a:spLocks noGrp="1"/>
          </p:cNvSpPr>
          <p:nvPr>
            <p:ph type="body" sz="quarter" idx="3"/>
          </p:nvPr>
        </p:nvSpPr>
        <p:spPr/>
        <p:txBody>
          <a:bodyPr/>
          <a:lstStyle/>
          <a:p>
            <a:r>
              <a:rPr lang="en-US" dirty="0"/>
              <a:t>CLOUD-BASED OPPORTUNITIES</a:t>
            </a:r>
          </a:p>
        </p:txBody>
      </p:sp>
      <p:sp>
        <p:nvSpPr>
          <p:cNvPr id="45" name="Content Placeholder 44">
            <a:extLst>
              <a:ext uri="{FF2B5EF4-FFF2-40B4-BE49-F238E27FC236}">
                <a16:creationId xmlns:a16="http://schemas.microsoft.com/office/drawing/2014/main" id="{2A504466-AF6B-14A5-DBE7-37A09EC63EC7}"/>
              </a:ext>
            </a:extLst>
          </p:cNvPr>
          <p:cNvSpPr>
            <a:spLocks noGrp="1"/>
          </p:cNvSpPr>
          <p:nvPr>
            <p:ph sz="quarter" idx="4"/>
          </p:nvPr>
        </p:nvSpPr>
        <p:spPr/>
        <p:txBody>
          <a:bodyPr/>
          <a:lstStyle/>
          <a:p>
            <a:r>
              <a:rPr lang="en-US" dirty="0"/>
              <a:t>Iterative approaches to corporate strategy</a:t>
            </a:r>
          </a:p>
          <a:p>
            <a:r>
              <a:rPr lang="en-US" dirty="0"/>
              <a:t>Establish a management framework from the inside</a:t>
            </a:r>
          </a:p>
          <a:p>
            <a:endParaRPr lang="en-US" dirty="0"/>
          </a:p>
        </p:txBody>
      </p:sp>
      <p:sp>
        <p:nvSpPr>
          <p:cNvPr id="8" name="Slide Number Placeholder 7">
            <a:extLst>
              <a:ext uri="{FF2B5EF4-FFF2-40B4-BE49-F238E27FC236}">
                <a16:creationId xmlns:a16="http://schemas.microsoft.com/office/drawing/2014/main" id="{151DE16D-6222-1703-D240-DA742BD7BEF9}"/>
              </a:ext>
            </a:extLst>
          </p:cNvPr>
          <p:cNvSpPr>
            <a:spLocks noGrp="1"/>
          </p:cNvSpPr>
          <p:nvPr>
            <p:ph type="sldNum" sz="quarter" idx="12"/>
          </p:nvPr>
        </p:nvSpPr>
        <p:spPr/>
        <p:txBody>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2700317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5A0AD-52EA-8A3D-00F9-72C649D792FF}"/>
              </a:ext>
            </a:extLst>
          </p:cNvPr>
          <p:cNvSpPr>
            <a:spLocks noGrp="1"/>
          </p:cNvSpPr>
          <p:nvPr>
            <p:ph type="title"/>
          </p:nvPr>
        </p:nvSpPr>
        <p:spPr/>
        <p:txBody>
          <a:bodyPr/>
          <a:lstStyle/>
          <a:p>
            <a:r>
              <a:rPr lang="en-US" dirty="0"/>
              <a:t>HOW WE GET HERE</a:t>
            </a:r>
          </a:p>
        </p:txBody>
      </p:sp>
      <p:sp>
        <p:nvSpPr>
          <p:cNvPr id="3" name="Text Placeholder 2">
            <a:extLst>
              <a:ext uri="{FF2B5EF4-FFF2-40B4-BE49-F238E27FC236}">
                <a16:creationId xmlns:a16="http://schemas.microsoft.com/office/drawing/2014/main" id="{90961576-ECF8-2387-1D6B-533B869103A2}"/>
              </a:ext>
            </a:extLst>
          </p:cNvPr>
          <p:cNvSpPr>
            <a:spLocks noGrp="1"/>
          </p:cNvSpPr>
          <p:nvPr>
            <p:ph type="body" idx="1"/>
          </p:nvPr>
        </p:nvSpPr>
        <p:spPr/>
        <p:txBody>
          <a:bodyPr/>
          <a:lstStyle/>
          <a:p>
            <a:r>
              <a:rPr lang="en-US" dirty="0"/>
              <a:t>ROI</a:t>
            </a:r>
          </a:p>
        </p:txBody>
      </p:sp>
      <p:sp>
        <p:nvSpPr>
          <p:cNvPr id="4" name="Content Placeholder 3">
            <a:extLst>
              <a:ext uri="{FF2B5EF4-FFF2-40B4-BE49-F238E27FC236}">
                <a16:creationId xmlns:a16="http://schemas.microsoft.com/office/drawing/2014/main" id="{642609F2-7307-B671-065E-0168414672CB}"/>
              </a:ext>
            </a:extLst>
          </p:cNvPr>
          <p:cNvSpPr>
            <a:spLocks noGrp="1"/>
          </p:cNvSpPr>
          <p:nvPr>
            <p:ph sz="half" idx="2"/>
          </p:nvPr>
        </p:nvSpPr>
        <p:spPr/>
        <p:txBody>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a:p>
            <a:endParaRPr lang="en-US" dirty="0"/>
          </a:p>
        </p:txBody>
      </p:sp>
      <p:sp>
        <p:nvSpPr>
          <p:cNvPr id="12" name="Text Placeholder 11">
            <a:extLst>
              <a:ext uri="{FF2B5EF4-FFF2-40B4-BE49-F238E27FC236}">
                <a16:creationId xmlns:a16="http://schemas.microsoft.com/office/drawing/2014/main" id="{B1A869CC-7228-424F-689B-19D4CEA20FF0}"/>
              </a:ext>
            </a:extLst>
          </p:cNvPr>
          <p:cNvSpPr>
            <a:spLocks noGrp="1"/>
          </p:cNvSpPr>
          <p:nvPr>
            <p:ph type="body" sz="quarter" idx="3"/>
          </p:nvPr>
        </p:nvSpPr>
        <p:spPr/>
        <p:txBody>
          <a:bodyPr/>
          <a:lstStyle/>
          <a:p>
            <a:r>
              <a:rPr lang="en-US" dirty="0"/>
              <a:t>NICHE MARKETS</a:t>
            </a:r>
          </a:p>
        </p:txBody>
      </p:sp>
      <p:sp>
        <p:nvSpPr>
          <p:cNvPr id="14" name="Content Placeholder 13">
            <a:extLst>
              <a:ext uri="{FF2B5EF4-FFF2-40B4-BE49-F238E27FC236}">
                <a16:creationId xmlns:a16="http://schemas.microsoft.com/office/drawing/2014/main" id="{110B594D-EC9B-B552-2A8F-EE5113E8B143}"/>
              </a:ext>
            </a:extLst>
          </p:cNvPr>
          <p:cNvSpPr>
            <a:spLocks noGrp="1"/>
          </p:cNvSpPr>
          <p:nvPr>
            <p:ph sz="quarter" idx="4"/>
          </p:nvPr>
        </p:nvSpPr>
        <p:spPr/>
        <p:txBody>
          <a:bodyPr/>
          <a:lstStyle/>
          <a:p>
            <a:r>
              <a:rPr lang="en-US" dirty="0"/>
              <a:t>Pursue scalable customer service through sustainable strategies</a:t>
            </a:r>
          </a:p>
          <a:p>
            <a:r>
              <a:rPr lang="en-US" dirty="0"/>
              <a:t>Engage top-line web </a:t>
            </a:r>
            <a:br>
              <a:rPr lang="en-US" dirty="0"/>
            </a:br>
            <a:r>
              <a:rPr lang="en-US" dirty="0"/>
              <a:t>services with cutting-edge deliverables</a:t>
            </a:r>
          </a:p>
          <a:p>
            <a:endParaRPr lang="en-US" dirty="0"/>
          </a:p>
        </p:txBody>
      </p:sp>
      <p:sp>
        <p:nvSpPr>
          <p:cNvPr id="9" name="Text Placeholder 8">
            <a:extLst>
              <a:ext uri="{FF2B5EF4-FFF2-40B4-BE49-F238E27FC236}">
                <a16:creationId xmlns:a16="http://schemas.microsoft.com/office/drawing/2014/main" id="{EBAA58E7-F0D8-F39A-CEFD-71E5913073EF}"/>
              </a:ext>
            </a:extLst>
          </p:cNvPr>
          <p:cNvSpPr>
            <a:spLocks noGrp="1"/>
          </p:cNvSpPr>
          <p:nvPr>
            <p:ph type="body" sz="quarter" idx="13"/>
          </p:nvPr>
        </p:nvSpPr>
        <p:spPr/>
        <p:txBody>
          <a:bodyPr/>
          <a:lstStyle/>
          <a:p>
            <a:r>
              <a:rPr lang="en-US" dirty="0"/>
              <a:t>Supply CHAINS</a:t>
            </a:r>
          </a:p>
        </p:txBody>
      </p:sp>
      <p:sp>
        <p:nvSpPr>
          <p:cNvPr id="10" name="Content Placeholder 9">
            <a:extLst>
              <a:ext uri="{FF2B5EF4-FFF2-40B4-BE49-F238E27FC236}">
                <a16:creationId xmlns:a16="http://schemas.microsoft.com/office/drawing/2014/main" id="{E54F306D-CD94-F11A-8633-26962EE68BF7}"/>
              </a:ext>
            </a:extLst>
          </p:cNvPr>
          <p:cNvSpPr>
            <a:spLocks noGrp="1"/>
          </p:cNvSpPr>
          <p:nvPr>
            <p:ph sz="quarter" idx="14"/>
          </p:nvPr>
        </p:nvSpPr>
        <p:spPr/>
        <p:txBody>
          <a:bodyPr/>
          <a:lstStyle/>
          <a:p>
            <a:r>
              <a:rPr lang="en-US" dirty="0"/>
              <a:t>Cultivate one-to-one customer service with robust ideas</a:t>
            </a:r>
          </a:p>
          <a:p>
            <a:r>
              <a:rPr lang="en-US" dirty="0"/>
              <a:t>Maximize timely deliverables for real-time schemas</a:t>
            </a:r>
          </a:p>
        </p:txBody>
      </p:sp>
      <p:sp>
        <p:nvSpPr>
          <p:cNvPr id="7" name="Footer Placeholder 6">
            <a:extLst>
              <a:ext uri="{FF2B5EF4-FFF2-40B4-BE49-F238E27FC236}">
                <a16:creationId xmlns:a16="http://schemas.microsoft.com/office/drawing/2014/main" id="{0E08FD8E-3A0A-CCD4-5C2F-5B65BE73CBC5}"/>
              </a:ext>
            </a:extLst>
          </p:cNvPr>
          <p:cNvSpPr>
            <a:spLocks noGrp="1"/>
          </p:cNvSpPr>
          <p:nvPr>
            <p:ph type="ftr" sz="quarter" idx="11"/>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94786B75-8C5A-A01F-F202-D3CB14D3031F}"/>
              </a:ext>
            </a:extLst>
          </p:cNvPr>
          <p:cNvSpPr>
            <a:spLocks noGrp="1"/>
          </p:cNvSpPr>
          <p:nvPr>
            <p:ph type="sldNum" sz="quarter" idx="12"/>
          </p:nvPr>
        </p:nvSpPr>
        <p:spPr/>
        <p:txBody>
          <a:bodyPr/>
          <a:lstStyle/>
          <a:p>
            <a:fld id="{294A09A9-5501-47C1-A89A-A340965A2BE2}" type="slidenum">
              <a:rPr lang="en-US" smtClean="0"/>
              <a:pPr/>
              <a:t>14</a:t>
            </a:fld>
            <a:endParaRPr lang="en-US" dirty="0"/>
          </a:p>
        </p:txBody>
      </p:sp>
    </p:spTree>
    <p:extLst>
      <p:ext uri="{BB962C8B-B14F-4D97-AF65-F5344CB8AC3E}">
        <p14:creationId xmlns:p14="http://schemas.microsoft.com/office/powerpoint/2010/main" val="2352993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4F687D-905D-5940-E92B-664E8ED07C88}"/>
              </a:ext>
            </a:extLst>
          </p:cNvPr>
          <p:cNvSpPr>
            <a:spLocks noGrp="1"/>
          </p:cNvSpPr>
          <p:nvPr>
            <p:ph type="title"/>
          </p:nvPr>
        </p:nvSpPr>
        <p:spPr/>
        <p:txBody>
          <a:bodyPr/>
          <a:lstStyle/>
          <a:p>
            <a:r>
              <a:rPr lang="en-US" dirty="0"/>
              <a:t>SUMMARY</a:t>
            </a:r>
          </a:p>
        </p:txBody>
      </p:sp>
      <p:sp>
        <p:nvSpPr>
          <p:cNvPr id="2" name="Footer Placeholder 1">
            <a:extLst>
              <a:ext uri="{FF2B5EF4-FFF2-40B4-BE49-F238E27FC236}">
                <a16:creationId xmlns:a16="http://schemas.microsoft.com/office/drawing/2014/main" id="{0EF1DD75-A4B1-D99B-2111-46A878B8EDA3}"/>
              </a:ext>
            </a:extLst>
          </p:cNvPr>
          <p:cNvSpPr>
            <a:spLocks noGrp="1"/>
          </p:cNvSpPr>
          <p:nvPr>
            <p:ph type="ftr" sz="quarter" idx="11"/>
          </p:nvPr>
        </p:nvSpPr>
        <p:spPr/>
        <p:txBody>
          <a:bodyPr/>
          <a:lstStyle/>
          <a:p>
            <a:r>
              <a:rPr lang="en-US" dirty="0"/>
              <a:t>PRESENTATION TITLE</a:t>
            </a:r>
          </a:p>
        </p:txBody>
      </p:sp>
      <p:sp>
        <p:nvSpPr>
          <p:cNvPr id="5" name="Content Placeholder 4">
            <a:extLst>
              <a:ext uri="{FF2B5EF4-FFF2-40B4-BE49-F238E27FC236}">
                <a16:creationId xmlns:a16="http://schemas.microsoft.com/office/drawing/2014/main" id="{C4CDA331-68CA-C2AE-0A48-6F7117361A05}"/>
              </a:ext>
            </a:extLst>
          </p:cNvPr>
          <p:cNvSpPr>
            <a:spLocks noGrp="1"/>
          </p:cNvSpPr>
          <p:nvPr>
            <p:ph sz="quarter" idx="13"/>
          </p:nvPr>
        </p:nvSpPr>
        <p:spPr/>
        <p:txBody>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3" name="Slide Number Placeholder 2">
            <a:extLst>
              <a:ext uri="{FF2B5EF4-FFF2-40B4-BE49-F238E27FC236}">
                <a16:creationId xmlns:a16="http://schemas.microsoft.com/office/drawing/2014/main" id="{F5FA6A62-8FBF-887D-0560-47FF98E22EF4}"/>
              </a:ext>
            </a:extLst>
          </p:cNvPr>
          <p:cNvSpPr>
            <a:spLocks noGrp="1"/>
          </p:cNvSpPr>
          <p:nvPr>
            <p:ph type="sldNum" sz="quarter" idx="12"/>
          </p:nvPr>
        </p:nvSpPr>
        <p:spPr/>
        <p:txBody>
          <a:bodyPr/>
          <a:lstStyle/>
          <a:p>
            <a:fld id="{294A09A9-5501-47C1-A89A-A340965A2BE2}" type="slidenum">
              <a:rPr lang="en-US" smtClean="0"/>
              <a:pPr/>
              <a:t>15</a:t>
            </a:fld>
            <a:endParaRPr lang="en-US" dirty="0"/>
          </a:p>
        </p:txBody>
      </p:sp>
    </p:spTree>
    <p:extLst>
      <p:ext uri="{BB962C8B-B14F-4D97-AF65-F5344CB8AC3E}">
        <p14:creationId xmlns:p14="http://schemas.microsoft.com/office/powerpoint/2010/main" val="3729241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nchor="t">
            <a:noAutofit/>
          </a:bodyPr>
          <a:lstStyle/>
          <a:p>
            <a:pPr algn="l"/>
            <a:r>
              <a:rPr lang="en-US" sz="9600" spc="300" dirty="0">
                <a:ln w="28575">
                  <a:solidFill>
                    <a:schemeClr val="tx1"/>
                  </a:solidFill>
                </a:ln>
                <a:noFill/>
              </a:rPr>
              <a:t>THANK YOU</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nchor="t">
            <a:normAutofit lnSpcReduction="10000"/>
          </a:bodyPr>
          <a:lstStyle/>
          <a:p>
            <a:pPr marL="0" indent="0" algn="l">
              <a:buNone/>
            </a:pPr>
            <a:r>
              <a:rPr lang="en-US" b="1" dirty="0"/>
              <a:t>Mirjam Nilsson​</a:t>
            </a:r>
          </a:p>
          <a:p>
            <a:pPr marL="0" indent="0" algn="l">
              <a:buNone/>
            </a:pPr>
            <a:r>
              <a:rPr lang="en-US" b="1" dirty="0"/>
              <a:t>mirjam@contoso.com</a:t>
            </a:r>
          </a:p>
          <a:p>
            <a:pPr marL="0" indent="0" algn="l">
              <a:buNone/>
            </a:pPr>
            <a:r>
              <a:rPr lang="en-US" b="1" dirty="0"/>
              <a:t>www.contoso.com</a:t>
            </a:r>
          </a:p>
        </p:txBody>
      </p:sp>
    </p:spTree>
    <p:extLst>
      <p:ext uri="{BB962C8B-B14F-4D97-AF65-F5344CB8AC3E}">
        <p14:creationId xmlns:p14="http://schemas.microsoft.com/office/powerpoint/2010/main" val="627731054"/>
      </p:ext>
    </p:extLst>
  </p:cSld>
  <p:clrMapOvr>
    <a:masterClrMapping/>
  </p:clrMapOvr>
</p:sld>
</file>

<file path=ppt/theme/theme1.xml><?xml version="1.0" encoding="utf-8"?>
<a:theme xmlns:a="http://schemas.openxmlformats.org/drawingml/2006/main" name="Office Them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roplet-Design-TM34316244_Win32_SD_v9" id="{4C371580-6163-46D2-96AA-0DCC330A1B9A}" vid="{FC8D8AFF-D381-4C29-B9DC-A81BA0CD1B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CCC5ED-FDC5-47FC-8E7E-D334979F14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14FA603-F875-4A03-93C9-402691CFAD8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421B937-7172-47A3-B8EF-010B04CBBB9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Droplet design</Template>
  <TotalTime>27</TotalTime>
  <Words>484</Words>
  <Application>Microsoft Office PowerPoint</Application>
  <PresentationFormat>Widescreen</PresentationFormat>
  <Paragraphs>154</Paragraphs>
  <Slides>16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Library APi</vt:lpstr>
      <vt:lpstr>Overview </vt:lpstr>
      <vt:lpstr>INTRODUCTION</vt:lpstr>
      <vt:lpstr>Architecture/technology  used</vt:lpstr>
      <vt:lpstr>PRIMARY GOALS</vt:lpstr>
      <vt:lpstr>QUARTERLY PERFOR-MANCE</vt:lpstr>
      <vt:lpstr>AREAS OF GROWTH</vt:lpstr>
      <vt:lpstr>Business opportunities are like buses. There's always another one coming.</vt:lpstr>
      <vt:lpstr>MEET OUR TEAM</vt:lpstr>
      <vt:lpstr>MEET OUR EXTENDED TEAM</vt:lpstr>
      <vt:lpstr>PLAN FOR PRODUCT LAUNCH</vt:lpstr>
      <vt:lpstr>TIMELINE</vt:lpstr>
      <vt:lpstr>AREAS OF FOCUS</vt:lpstr>
      <vt:lpstr>HOW WE GET HERE</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ARHUM IRFAN</dc:creator>
  <cp:lastModifiedBy>MUHAMMAD ARHUM IRFAN</cp:lastModifiedBy>
  <cp:revision>2</cp:revision>
  <dcterms:created xsi:type="dcterms:W3CDTF">2026-08-27T15:12:40Z</dcterms:created>
  <dcterms:modified xsi:type="dcterms:W3CDTF">2026-08-27T15:40:31Z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