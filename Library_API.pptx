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3"/>
  </p:notesMasterIdLst>
  <p:sldIdLst>
    <p:sldId id="256" r:id="rId5"/>
    <p:sldId id="302" r:id="rId6"/>
    <p:sldId id="303" r:id="rId7"/>
    <p:sldId id="312" r:id="rId8"/>
    <p:sldId id="313" r:id="rId9"/>
    <p:sldId id="314" r:id="rId10"/>
    <p:sldId id="280" r:id="rId11"/>
    <p:sldId id="301" r:id="rId12"/>
    <p:sldId id="305" r:id="rId13"/>
    <p:sldId id="310" r:id="rId14"/>
    <p:sldId id="306" r:id="rId15"/>
    <p:sldId id="307" r:id="rId16"/>
    <p:sldId id="309" r:id="rId17"/>
    <p:sldId id="311" r:id="rId18"/>
    <p:sldId id="304" r:id="rId19"/>
    <p:sldId id="308" r:id="rId20"/>
    <p:sldId id="300" r:id="rId21"/>
    <p:sldId id="28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296" userDrawn="1">
          <p15:clr>
            <a:srgbClr val="A4A3A4"/>
          </p15:clr>
        </p15:guide>
        <p15:guide id="2" pos="384" userDrawn="1">
          <p15:clr>
            <a:srgbClr val="A4A3A4"/>
          </p15:clr>
        </p15:guide>
        <p15:guide id="3" orient="horz" pos="528" userDrawn="1">
          <p15:clr>
            <a:srgbClr val="A4A3A4"/>
          </p15:clr>
        </p15:guide>
        <p15:guide id="4" orient="horz" pos="3552" userDrawn="1">
          <p15:clr>
            <a:srgbClr val="A4A3A4"/>
          </p15:clr>
        </p15:guide>
        <p15:guide id="5" orient="horz" pos="768" userDrawn="1">
          <p15:clr>
            <a:srgbClr val="A4A3A4"/>
          </p15:clr>
        </p15:guide>
        <p15:guide id="7" pos="4032" userDrawn="1">
          <p15:clr>
            <a:srgbClr val="A4A3A4"/>
          </p15:clr>
        </p15:guide>
        <p15:guide id="9" pos="3648" userDrawn="1">
          <p15:clr>
            <a:srgbClr val="A4A3A4"/>
          </p15:clr>
        </p15:guide>
        <p15:guide id="10" orient="horz" pos="1536" userDrawn="1">
          <p15:clr>
            <a:srgbClr val="A4A3A4"/>
          </p15:clr>
        </p15:guide>
        <p15:guide id="11" orient="horz" pos="187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701"/>
  </p:normalViewPr>
  <p:slideViewPr>
    <p:cSldViewPr>
      <p:cViewPr varScale="1">
        <p:scale>
          <a:sx n="62" d="100"/>
          <a:sy n="62" d="100"/>
        </p:scale>
        <p:origin x="828" y="44"/>
      </p:cViewPr>
      <p:guideLst>
        <p:guide pos="7296"/>
        <p:guide pos="384"/>
        <p:guide orient="horz" pos="528"/>
        <p:guide orient="horz" pos="3552"/>
        <p:guide orient="horz" pos="768"/>
        <p:guide pos="4032"/>
        <p:guide pos="3648"/>
        <p:guide orient="horz" pos="1536"/>
        <p:guide orient="horz" pos="1872"/>
      </p:guideLst>
    </p:cSldViewPr>
  </p:slideViewPr>
  <p:outlineViewPr>
    <p:cViewPr>
      <p:scale>
        <a:sx n="33" d="100"/>
        <a:sy n="33" d="100"/>
      </p:scale>
      <p:origin x="0" y="0"/>
    </p:cViewPr>
  </p:outlineViewPr>
  <p:notesTextViewPr>
    <p:cViewPr>
      <p:scale>
        <a:sx n="1" d="1"/>
        <a:sy n="1" d="1"/>
      </p:scale>
      <p:origin x="0" y="0"/>
    </p:cViewPr>
  </p:notesTextViewPr>
  <p:notesViewPr>
    <p:cSldViewPr>
      <p:cViewPr varScale="1">
        <p:scale>
          <a:sx n="58" d="100"/>
          <a:sy n="58" d="100"/>
        </p:scale>
        <p:origin x="3240"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lumMod val="90000"/>
              </a:schemeClr>
            </a:solidFill>
            <a:ln>
              <a:noFill/>
            </a:ln>
            <a:effectLst/>
          </c:spPr>
          <c:invertIfNegative val="0"/>
          <c:cat>
            <c:strRef>
              <c:f>Sheet1!$A$2:$A$5</c:f>
              <c:strCache>
                <c:ptCount val="4"/>
                <c:pt idx="0">
                  <c:v>Q1</c:v>
                </c:pt>
                <c:pt idx="1">
                  <c:v>Q2</c:v>
                </c:pt>
                <c:pt idx="2">
                  <c:v>Q3</c:v>
                </c:pt>
                <c:pt idx="3">
                  <c:v>Q4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5FF-4A8B-8217-909ECBBB84C4}"/>
            </c:ext>
          </c:extLst>
        </c:ser>
        <c:ser>
          <c:idx val="1"/>
          <c:order val="1"/>
          <c:tx>
            <c:strRef>
              <c:f>Sheet1!$C$1</c:f>
              <c:strCache>
                <c:ptCount val="1"/>
                <c:pt idx="0">
                  <c:v>Series 2</c:v>
                </c:pt>
              </c:strCache>
            </c:strRef>
          </c:tx>
          <c:spPr>
            <a:solidFill>
              <a:schemeClr val="accent6"/>
            </a:solidFill>
            <a:ln>
              <a:noFill/>
            </a:ln>
            <a:effectLst/>
          </c:spPr>
          <c:invertIfNegative val="0"/>
          <c:cat>
            <c:strRef>
              <c:f>Sheet1!$A$2:$A$5</c:f>
              <c:strCache>
                <c:ptCount val="4"/>
                <c:pt idx="0">
                  <c:v>Q1</c:v>
                </c:pt>
                <c:pt idx="1">
                  <c:v>Q2</c:v>
                </c:pt>
                <c:pt idx="2">
                  <c:v>Q3</c:v>
                </c:pt>
                <c:pt idx="3">
                  <c:v>Q4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5FF-4A8B-8217-909ECBBB84C4}"/>
            </c:ext>
          </c:extLst>
        </c:ser>
        <c:ser>
          <c:idx val="2"/>
          <c:order val="2"/>
          <c:tx>
            <c:strRef>
              <c:f>Sheet1!$D$1</c:f>
              <c:strCache>
                <c:ptCount val="1"/>
                <c:pt idx="0">
                  <c:v>Series 3</c:v>
                </c:pt>
              </c:strCache>
            </c:strRef>
          </c:tx>
          <c:spPr>
            <a:solidFill>
              <a:schemeClr val="accent2">
                <a:lumMod val="90000"/>
              </a:schemeClr>
            </a:solidFill>
            <a:ln>
              <a:noFill/>
            </a:ln>
            <a:effectLst/>
          </c:spPr>
          <c:invertIfNegative val="0"/>
          <c:cat>
            <c:strRef>
              <c:f>Sheet1!$A$2:$A$5</c:f>
              <c:strCache>
                <c:ptCount val="4"/>
                <c:pt idx="0">
                  <c:v>Q1</c:v>
                </c:pt>
                <c:pt idx="1">
                  <c:v>Q2</c:v>
                </c:pt>
                <c:pt idx="2">
                  <c:v>Q3</c:v>
                </c:pt>
                <c:pt idx="3">
                  <c:v>Q4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5FF-4A8B-8217-909ECBBB84C4}"/>
            </c:ext>
          </c:extLst>
        </c:ser>
        <c:dLbls>
          <c:showLegendKey val="0"/>
          <c:showVal val="0"/>
          <c:showCatName val="0"/>
          <c:showSerName val="0"/>
          <c:showPercent val="0"/>
          <c:showBubbleSize val="0"/>
        </c:dLbls>
        <c:gapWidth val="218"/>
        <c:overlap val="-27"/>
        <c:axId val="1958845040"/>
        <c:axId val="1994725328"/>
      </c:barChart>
      <c:catAx>
        <c:axId val="19588450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spc="100" baseline="0">
                <a:solidFill>
                  <a:schemeClr val="tx1"/>
                </a:solidFill>
                <a:latin typeface="Arial" panose="020B0604020202020204" pitchFamily="34" charset="0"/>
                <a:ea typeface="+mn-ea"/>
                <a:cs typeface="Arial" panose="020B0604020202020204" pitchFamily="34" charset="0"/>
              </a:defRPr>
            </a:pPr>
            <a:endParaRPr lang="en-US"/>
          </a:p>
        </c:txPr>
        <c:crossAx val="1994725328"/>
        <c:crosses val="autoZero"/>
        <c:auto val="1"/>
        <c:lblAlgn val="ctr"/>
        <c:lblOffset val="100"/>
        <c:noMultiLvlLbl val="0"/>
      </c:catAx>
      <c:valAx>
        <c:axId val="1994725328"/>
        <c:scaling>
          <c:orientation val="minMax"/>
        </c:scaling>
        <c:delete val="0"/>
        <c:axPos val="l"/>
        <c:majorGridlines>
          <c:spPr>
            <a:ln w="9525" cap="flat" cmpd="sng" algn="ctr">
              <a:solidFill>
                <a:schemeClr val="bg1"/>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1"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9588450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spc="1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C88E34-8C8C-8747-BADB-40E1ACC00129}" type="datetimeFigureOut">
              <a:rPr lang="en-US" smtClean="0"/>
              <a:t>8/28/2026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1E5FCA-B2DD-C941-A2C1-638939433487}" type="slidenum">
              <a:rPr lang="en-US" smtClean="0"/>
              <a:t>‹#›</a:t>
            </a:fld>
            <a:endParaRPr lang="en-US" dirty="0"/>
          </a:p>
        </p:txBody>
      </p:sp>
    </p:spTree>
    <p:extLst>
      <p:ext uri="{BB962C8B-B14F-4D97-AF65-F5344CB8AC3E}">
        <p14:creationId xmlns:p14="http://schemas.microsoft.com/office/powerpoint/2010/main" val="3524896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21E5FCA-B2DD-C941-A2C1-638939433487}" type="slidenum">
              <a:rPr lang="en-US" smtClean="0"/>
              <a:t>1</a:t>
            </a:fld>
            <a:endParaRPr lang="en-US" dirty="0"/>
          </a:p>
        </p:txBody>
      </p:sp>
    </p:spTree>
    <p:extLst>
      <p:ext uri="{BB962C8B-B14F-4D97-AF65-F5344CB8AC3E}">
        <p14:creationId xmlns:p14="http://schemas.microsoft.com/office/powerpoint/2010/main" val="28820095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1734DBF-D33A-9B28-288C-C2DAB9E541E7}"/>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078992" y="1956816"/>
            <a:ext cx="10040112" cy="2387600"/>
          </a:xfrm>
        </p:spPr>
        <p:txBody>
          <a:bodyPr anchor="t">
            <a:noAutofit/>
          </a:bodyPr>
          <a:lstStyle>
            <a:lvl1pPr algn="l">
              <a:defRPr sz="9600" spc="300" baseline="0">
                <a:ln w="28575">
                  <a:solidFill>
                    <a:schemeClr val="tx1"/>
                  </a:solidFill>
                </a:ln>
                <a:noFill/>
              </a:defRPr>
            </a:lvl1pPr>
          </a:lstStyle>
          <a:p>
            <a:r>
              <a:rPr lang="en-US" dirty="0"/>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1078992" y="4901184"/>
            <a:ext cx="10040112" cy="1280160"/>
          </a:xfrm>
        </p:spPr>
        <p:txBody>
          <a:bodyPr/>
          <a:lstStyle>
            <a:lvl1pPr marL="0" indent="0" algn="l">
              <a:buNone/>
              <a:defRPr sz="2400" b="1" baseline="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1D3B0F0-DE71-18AB-7957-4CFA29C3A328}"/>
              </a:ext>
            </a:extLst>
          </p:cNvPr>
          <p:cNvPicPr>
            <a:picLocks noChangeAspect="1"/>
          </p:cNvPicPr>
          <p:nvPr userDrawn="1"/>
        </p:nvPicPr>
        <p:blipFill>
          <a:blip r:embed="rId2"/>
          <a:stretch>
            <a:fillRect/>
          </a:stretch>
        </p:blipFill>
        <p:spPr>
          <a:xfrm>
            <a:off x="0" y="857290"/>
            <a:ext cx="5797296" cy="6000710"/>
          </a:xfrm>
          <a:prstGeom prst="rect">
            <a:avLst/>
          </a:prstGeom>
        </p:spPr>
      </p:pic>
      <p:pic>
        <p:nvPicPr>
          <p:cNvPr id="8" name="Picture 7">
            <a:extLst>
              <a:ext uri="{FF2B5EF4-FFF2-40B4-BE49-F238E27FC236}">
                <a16:creationId xmlns:a16="http://schemas.microsoft.com/office/drawing/2014/main" id="{1F04770F-E995-EF98-B4D1-9F13733EEF07}"/>
              </a:ext>
            </a:extLst>
          </p:cNvPr>
          <p:cNvPicPr>
            <a:picLocks noChangeAspect="1"/>
          </p:cNvPicPr>
          <p:nvPr userDrawn="1"/>
        </p:nvPicPr>
        <p:blipFill>
          <a:blip r:embed="rId3"/>
          <a:stretch>
            <a:fillRect/>
          </a:stretch>
        </p:blipFill>
        <p:spPr>
          <a:xfrm>
            <a:off x="8763000" y="0"/>
            <a:ext cx="3429000" cy="6807199"/>
          </a:xfrm>
          <a:prstGeom prst="rect">
            <a:avLst/>
          </a:prstGeom>
        </p:spPr>
      </p:pic>
      <p:sp>
        <p:nvSpPr>
          <p:cNvPr id="12" name="Title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a:lstStyle>
            <a:lvl1pPr algn="r">
              <a:defRPr sz="4800" cap="all" spc="400" baseline="0"/>
            </a:lvl1pPr>
          </a:lstStyle>
          <a:p>
            <a:r>
              <a:rPr lang="en-US"/>
              <a:t>Click to edit Master title style</a:t>
            </a:r>
            <a:endParaRPr lang="en-US" dirty="0"/>
          </a:p>
        </p:txBody>
      </p:sp>
      <p:sp>
        <p:nvSpPr>
          <p:cNvPr id="14" name="Content Placeholder 13">
            <a:extLst>
              <a:ext uri="{FF2B5EF4-FFF2-40B4-BE49-F238E27FC236}">
                <a16:creationId xmlns:a16="http://schemas.microsoft.com/office/drawing/2014/main" id="{59AC38BE-9C76-A3FA-7823-F4A4B43AB754}"/>
              </a:ext>
            </a:extLst>
          </p:cNvPr>
          <p:cNvSpPr>
            <a:spLocks noGrp="1"/>
          </p:cNvSpPr>
          <p:nvPr>
            <p:ph sz="quarter" idx="13"/>
          </p:nvPr>
        </p:nvSpPr>
        <p:spPr>
          <a:xfrm>
            <a:off x="6400800" y="1216025"/>
            <a:ext cx="5184648" cy="4416425"/>
          </a:xfrm>
        </p:spPr>
        <p:txBody>
          <a:bodyPr anchor="ctr"/>
          <a:lstStyle>
            <a:lvl1pPr marL="0" indent="0">
              <a:lnSpc>
                <a:spcPct val="100000"/>
              </a:lnSpc>
              <a:spcBef>
                <a:spcPts val="1000"/>
              </a:spcBef>
              <a:buNone/>
              <a:defRPr sz="2400" b="1" spc="200" baseline="0"/>
            </a:lvl1pPr>
            <a:lvl2pPr marL="228600">
              <a:lnSpc>
                <a:spcPct val="150000"/>
              </a:lnSpc>
              <a:spcBef>
                <a:spcPts val="1000"/>
              </a:spcBef>
              <a:defRPr sz="2400" spc="100" baseline="0"/>
            </a:lvl2pPr>
            <a:lvl3pPr marL="457200">
              <a:lnSpc>
                <a:spcPct val="150000"/>
              </a:lnSpc>
              <a:spcBef>
                <a:spcPts val="1000"/>
              </a:spcBef>
              <a:defRPr sz="2400" spc="100" baseline="0"/>
            </a:lvl3pPr>
            <a:lvl4pPr marL="685800">
              <a:lnSpc>
                <a:spcPct val="150000"/>
              </a:lnSpc>
              <a:spcBef>
                <a:spcPts val="1000"/>
              </a:spcBef>
              <a:defRPr sz="2400" spc="100" baseline="0"/>
            </a:lvl4pPr>
            <a:lvl5pPr marL="914400">
              <a:lnSpc>
                <a:spcPct val="150000"/>
              </a:lnSpc>
              <a:spcBef>
                <a:spcPts val="1000"/>
              </a:spcBef>
              <a:defRPr sz="24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5" name="Straight Connector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17844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0328C38-4E83-27EA-9D01-DDDF734988CA}"/>
              </a:ext>
            </a:extLst>
          </p:cNvPr>
          <p:cNvPicPr>
            <a:picLocks noChangeAspect="1"/>
          </p:cNvPicPr>
          <p:nvPr userDrawn="1"/>
        </p:nvPicPr>
        <p:blipFill>
          <a:blip r:embed="rId2"/>
          <a:stretch>
            <a:fillRect/>
          </a:stretch>
        </p:blipFill>
        <p:spPr>
          <a:xfrm>
            <a:off x="5370576" y="3428234"/>
            <a:ext cx="6821424" cy="3429766"/>
          </a:xfrm>
          <a:prstGeom prst="rect">
            <a:avLst/>
          </a:prstGeom>
        </p:spPr>
      </p:pic>
      <p:pic>
        <p:nvPicPr>
          <p:cNvPr id="10" name="Picture 9">
            <a:extLst>
              <a:ext uri="{FF2B5EF4-FFF2-40B4-BE49-F238E27FC236}">
                <a16:creationId xmlns:a16="http://schemas.microsoft.com/office/drawing/2014/main" id="{B270B91D-A39E-3D53-DBBB-DF836D19BE1A}"/>
              </a:ext>
            </a:extLst>
          </p:cNvPr>
          <p:cNvPicPr>
            <a:picLocks noChangeAspect="1"/>
          </p:cNvPicPr>
          <p:nvPr userDrawn="1"/>
        </p:nvPicPr>
        <p:blipFill>
          <a:blip r:embed="rId3"/>
          <a:stretch>
            <a:fillRect/>
          </a:stretch>
        </p:blipFill>
        <p:spPr>
          <a:xfrm>
            <a:off x="0" y="0"/>
            <a:ext cx="4654518" cy="5239512"/>
          </a:xfrm>
          <a:prstGeom prst="rect">
            <a:avLst/>
          </a:prstGeom>
        </p:spPr>
      </p:pic>
      <p:sp>
        <p:nvSpPr>
          <p:cNvPr id="12" name="Title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a:lstStyle>
            <a:lvl1pPr algn="r">
              <a:defRPr sz="4800" cap="all" spc="400" baseline="0"/>
            </a:lvl1pPr>
          </a:lstStyle>
          <a:p>
            <a:r>
              <a:rPr lang="en-US"/>
              <a:t>Click to edit Master title style</a:t>
            </a:r>
            <a:endParaRPr lang="en-US" dirty="0"/>
          </a:p>
        </p:txBody>
      </p:sp>
      <p:sp>
        <p:nvSpPr>
          <p:cNvPr id="14" name="Content Placeholder 13">
            <a:extLst>
              <a:ext uri="{FF2B5EF4-FFF2-40B4-BE49-F238E27FC236}">
                <a16:creationId xmlns:a16="http://schemas.microsoft.com/office/drawing/2014/main" id="{59AC38BE-9C76-A3FA-7823-F4A4B43AB754}"/>
              </a:ext>
            </a:extLst>
          </p:cNvPr>
          <p:cNvSpPr>
            <a:spLocks noGrp="1"/>
          </p:cNvSpPr>
          <p:nvPr>
            <p:ph sz="quarter" idx="13"/>
          </p:nvPr>
        </p:nvSpPr>
        <p:spPr>
          <a:xfrm>
            <a:off x="6400800" y="1216025"/>
            <a:ext cx="5184648" cy="4416425"/>
          </a:xfrm>
        </p:spPr>
        <p:txBody>
          <a:bodyPr anchor="ctr"/>
          <a:lstStyle>
            <a:lvl1pPr marL="0" indent="0">
              <a:lnSpc>
                <a:spcPct val="150000"/>
              </a:lnSpc>
              <a:spcBef>
                <a:spcPts val="1000"/>
              </a:spcBef>
              <a:buNone/>
              <a:defRPr sz="1600" spc="100" baseline="0"/>
            </a:lvl1pPr>
            <a:lvl2pPr marL="228600">
              <a:lnSpc>
                <a:spcPct val="150000"/>
              </a:lnSpc>
              <a:spcBef>
                <a:spcPts val="1000"/>
              </a:spcBef>
              <a:defRPr sz="1600" spc="100" baseline="0"/>
            </a:lvl2pPr>
            <a:lvl3pPr marL="457200">
              <a:lnSpc>
                <a:spcPct val="150000"/>
              </a:lnSpc>
              <a:spcBef>
                <a:spcPts val="1000"/>
              </a:spcBef>
              <a:defRPr sz="1600" spc="100" baseline="0"/>
            </a:lvl3pPr>
            <a:lvl4pPr marL="685800">
              <a:lnSpc>
                <a:spcPct val="150000"/>
              </a:lnSpc>
              <a:spcBef>
                <a:spcPts val="1000"/>
              </a:spcBef>
              <a:defRPr sz="1600" spc="100" baseline="0"/>
            </a:lvl4pPr>
            <a:lvl5pPr marL="914400">
              <a:lnSpc>
                <a:spcPct val="150000"/>
              </a:lnSpc>
              <a:spcBef>
                <a:spcPts val="1000"/>
              </a:spcBef>
              <a:defRPr sz="16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5" name="Straight Connector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61504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EC1861-1570-5A6A-D3BA-4A17F008A562}"/>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10B0FF2F-3458-EA78-83DC-46FB2E5CE154}"/>
              </a:ext>
            </a:extLst>
          </p:cNvPr>
          <p:cNvSpPr>
            <a:spLocks noGrp="1"/>
          </p:cNvSpPr>
          <p:nvPr>
            <p:ph type="ctrTitle" hasCustomPrompt="1"/>
          </p:nvPr>
        </p:nvSpPr>
        <p:spPr>
          <a:xfrm>
            <a:off x="1078992" y="1956816"/>
            <a:ext cx="10040112" cy="2387600"/>
          </a:xfrm>
        </p:spPr>
        <p:txBody>
          <a:bodyPr anchor="t">
            <a:noAutofit/>
          </a:bodyPr>
          <a:lstStyle>
            <a:lvl1pPr algn="l">
              <a:defRPr sz="9600" spc="300" baseline="0">
                <a:ln w="28575">
                  <a:solidFill>
                    <a:schemeClr val="tx1"/>
                  </a:solidFill>
                </a:ln>
                <a:noFill/>
              </a:defRPr>
            </a:lvl1pPr>
          </a:lstStyle>
          <a:p>
            <a:r>
              <a:rPr lang="en-US" dirty="0"/>
              <a:t>CLICK TO EDIT MASTER TITLE STYLE</a:t>
            </a:r>
          </a:p>
        </p:txBody>
      </p:sp>
      <p:sp>
        <p:nvSpPr>
          <p:cNvPr id="10" name="Subtitle 2">
            <a:extLst>
              <a:ext uri="{FF2B5EF4-FFF2-40B4-BE49-F238E27FC236}">
                <a16:creationId xmlns:a16="http://schemas.microsoft.com/office/drawing/2014/main" id="{DC93615E-193E-5253-6EE0-EC01791E3A3A}"/>
              </a:ext>
            </a:extLst>
          </p:cNvPr>
          <p:cNvSpPr>
            <a:spLocks noGrp="1"/>
          </p:cNvSpPr>
          <p:nvPr>
            <p:ph type="subTitle" idx="1"/>
          </p:nvPr>
        </p:nvSpPr>
        <p:spPr>
          <a:xfrm>
            <a:off x="1078992" y="4901184"/>
            <a:ext cx="10040112" cy="1280160"/>
          </a:xfrm>
        </p:spPr>
        <p:txBody>
          <a:bodyPr/>
          <a:lstStyle>
            <a:lvl1pPr marL="0" indent="0" algn="l">
              <a:buNone/>
              <a:defRPr sz="2400" b="1" baseline="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802635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437D9B2-AE86-9092-7072-0F717E3CA831}"/>
              </a:ext>
            </a:extLst>
          </p:cNvPr>
          <p:cNvPicPr>
            <a:picLocks noChangeAspect="1"/>
          </p:cNvPicPr>
          <p:nvPr userDrawn="1"/>
        </p:nvPicPr>
        <p:blipFill>
          <a:blip r:embed="rId2"/>
          <a:stretch>
            <a:fillRect/>
          </a:stretch>
        </p:blipFill>
        <p:spPr>
          <a:xfrm>
            <a:off x="0" y="3655535"/>
            <a:ext cx="4727448" cy="3202465"/>
          </a:xfrm>
          <a:prstGeom prst="rect">
            <a:avLst/>
          </a:prstGeom>
        </p:spPr>
      </p:pic>
      <p:pic>
        <p:nvPicPr>
          <p:cNvPr id="9" name="Picture 8">
            <a:extLst>
              <a:ext uri="{FF2B5EF4-FFF2-40B4-BE49-F238E27FC236}">
                <a16:creationId xmlns:a16="http://schemas.microsoft.com/office/drawing/2014/main" id="{5BF7E0A5-7E8E-4A90-B415-12984C7AB24C}"/>
              </a:ext>
            </a:extLst>
          </p:cNvPr>
          <p:cNvPicPr>
            <a:picLocks noChangeAspect="1"/>
          </p:cNvPicPr>
          <p:nvPr userDrawn="1"/>
        </p:nvPicPr>
        <p:blipFill>
          <a:blip r:embed="rId3"/>
          <a:stretch>
            <a:fillRect/>
          </a:stretch>
        </p:blipFill>
        <p:spPr>
          <a:xfrm>
            <a:off x="6548245" y="0"/>
            <a:ext cx="5643755" cy="2313432"/>
          </a:xfrm>
          <a:prstGeom prst="rect">
            <a:avLst/>
          </a:prstGeom>
        </p:spPr>
      </p:pic>
      <p:sp>
        <p:nvSpPr>
          <p:cNvPr id="12" name="Title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a:lstStyle>
            <a:lvl1pPr algn="r">
              <a:defRPr sz="4800" cap="all" spc="400" baseline="0"/>
            </a:lvl1pPr>
          </a:lstStyle>
          <a:p>
            <a:r>
              <a:rPr lang="en-US"/>
              <a:t>Click to edit Master title style</a:t>
            </a:r>
            <a:endParaRPr lang="en-US" dirty="0"/>
          </a:p>
        </p:txBody>
      </p:sp>
      <p:sp>
        <p:nvSpPr>
          <p:cNvPr id="14" name="Content Placeholder 13">
            <a:extLst>
              <a:ext uri="{FF2B5EF4-FFF2-40B4-BE49-F238E27FC236}">
                <a16:creationId xmlns:a16="http://schemas.microsoft.com/office/drawing/2014/main" id="{59AC38BE-9C76-A3FA-7823-F4A4B43AB754}"/>
              </a:ext>
            </a:extLst>
          </p:cNvPr>
          <p:cNvSpPr>
            <a:spLocks noGrp="1"/>
          </p:cNvSpPr>
          <p:nvPr>
            <p:ph sz="quarter" idx="13"/>
          </p:nvPr>
        </p:nvSpPr>
        <p:spPr>
          <a:xfrm>
            <a:off x="6400800" y="1216025"/>
            <a:ext cx="5184648" cy="4416425"/>
          </a:xfrm>
        </p:spPr>
        <p:txBody>
          <a:bodyPr anchor="ctr"/>
          <a:lstStyle>
            <a:lvl1pPr marL="0" indent="0">
              <a:lnSpc>
                <a:spcPct val="150000"/>
              </a:lnSpc>
              <a:spcBef>
                <a:spcPts val="1000"/>
              </a:spcBef>
              <a:buNone/>
              <a:defRPr sz="1600" spc="100" baseline="0"/>
            </a:lvl1pPr>
            <a:lvl2pPr marL="228600">
              <a:lnSpc>
                <a:spcPct val="150000"/>
              </a:lnSpc>
              <a:spcBef>
                <a:spcPts val="1000"/>
              </a:spcBef>
              <a:defRPr sz="1600" spc="100" baseline="0"/>
            </a:lvl2pPr>
            <a:lvl3pPr marL="457200">
              <a:lnSpc>
                <a:spcPct val="150000"/>
              </a:lnSpc>
              <a:spcBef>
                <a:spcPts val="1000"/>
              </a:spcBef>
              <a:defRPr sz="1600" spc="100" baseline="0"/>
            </a:lvl3pPr>
            <a:lvl4pPr marL="685800">
              <a:lnSpc>
                <a:spcPct val="150000"/>
              </a:lnSpc>
              <a:spcBef>
                <a:spcPts val="1000"/>
              </a:spcBef>
              <a:defRPr sz="1600" spc="100" baseline="0"/>
            </a:lvl4pPr>
            <a:lvl5pPr marL="914400">
              <a:lnSpc>
                <a:spcPct val="150000"/>
              </a:lnSpc>
              <a:spcBef>
                <a:spcPts val="1000"/>
              </a:spcBef>
              <a:defRPr sz="16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5" name="Straight Connector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636802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3">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EFA7995-D0F4-05F2-CDF1-463407E3BA08}"/>
              </a:ext>
            </a:extLst>
          </p:cNvPr>
          <p:cNvPicPr>
            <a:picLocks noChangeAspect="1"/>
          </p:cNvPicPr>
          <p:nvPr userDrawn="1"/>
        </p:nvPicPr>
        <p:blipFill>
          <a:blip r:embed="rId2"/>
          <a:stretch>
            <a:fillRect/>
          </a:stretch>
        </p:blipFill>
        <p:spPr>
          <a:xfrm>
            <a:off x="7031909" y="0"/>
            <a:ext cx="5160091" cy="4041648"/>
          </a:xfrm>
          <a:prstGeom prst="rect">
            <a:avLst/>
          </a:prstGeom>
        </p:spPr>
      </p:pic>
      <p:pic>
        <p:nvPicPr>
          <p:cNvPr id="7" name="Picture 6">
            <a:extLst>
              <a:ext uri="{FF2B5EF4-FFF2-40B4-BE49-F238E27FC236}">
                <a16:creationId xmlns:a16="http://schemas.microsoft.com/office/drawing/2014/main" id="{792D768B-E662-B315-7576-313DFCE2AB40}"/>
              </a:ext>
            </a:extLst>
          </p:cNvPr>
          <p:cNvPicPr>
            <a:picLocks noChangeAspect="1"/>
          </p:cNvPicPr>
          <p:nvPr userDrawn="1"/>
        </p:nvPicPr>
        <p:blipFill>
          <a:blip r:embed="rId3"/>
          <a:stretch>
            <a:fillRect/>
          </a:stretch>
        </p:blipFill>
        <p:spPr>
          <a:xfrm>
            <a:off x="0" y="3127248"/>
            <a:ext cx="4162200" cy="3730752"/>
          </a:xfrm>
          <a:prstGeom prst="rect">
            <a:avLst/>
          </a:prstGeom>
        </p:spPr>
      </p:pic>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612647" y="2441448"/>
            <a:ext cx="10972800" cy="3044952"/>
          </a:xfrm>
        </p:spPr>
        <p:txBody>
          <a:bodyPr/>
          <a:lstStyle>
            <a:lvl1pPr>
              <a:lnSpc>
                <a:spcPct val="100000"/>
              </a:lnSpc>
              <a:spcBef>
                <a:spcPts val="1000"/>
              </a:spcBef>
              <a:defRPr sz="1600" spc="100" baseline="0"/>
            </a:lvl1pPr>
            <a:lvl2pPr>
              <a:lnSpc>
                <a:spcPct val="100000"/>
              </a:lnSpc>
              <a:spcBef>
                <a:spcPts val="100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10" name="Straight Connector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583905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78303F0-A6CC-605A-D08C-4E4ED07C2FB4}"/>
              </a:ext>
            </a:extLst>
          </p:cNvPr>
          <p:cNvPicPr>
            <a:picLocks noChangeAspect="1"/>
          </p:cNvPicPr>
          <p:nvPr userDrawn="1"/>
        </p:nvPicPr>
        <p:blipFill>
          <a:blip r:embed="rId2"/>
          <a:stretch>
            <a:fillRect/>
          </a:stretch>
        </p:blipFill>
        <p:spPr>
          <a:xfrm>
            <a:off x="0" y="0"/>
            <a:ext cx="4196903" cy="3611880"/>
          </a:xfrm>
          <a:prstGeom prst="rect">
            <a:avLst/>
          </a:prstGeom>
        </p:spPr>
      </p:pic>
      <p:pic>
        <p:nvPicPr>
          <p:cNvPr id="3" name="Picture 2">
            <a:extLst>
              <a:ext uri="{FF2B5EF4-FFF2-40B4-BE49-F238E27FC236}">
                <a16:creationId xmlns:a16="http://schemas.microsoft.com/office/drawing/2014/main" id="{904458FB-E7BB-F476-4A31-9C5AA406E252}"/>
              </a:ext>
            </a:extLst>
          </p:cNvPr>
          <p:cNvPicPr>
            <a:picLocks noChangeAspect="1"/>
          </p:cNvPicPr>
          <p:nvPr userDrawn="1"/>
        </p:nvPicPr>
        <p:blipFill>
          <a:blip r:embed="rId3"/>
          <a:stretch>
            <a:fillRect/>
          </a:stretch>
        </p:blipFill>
        <p:spPr>
          <a:xfrm>
            <a:off x="6202680" y="4079057"/>
            <a:ext cx="5989320" cy="2778943"/>
          </a:xfrm>
          <a:prstGeom prst="rect">
            <a:avLst/>
          </a:prstGeom>
        </p:spPr>
      </p:pic>
      <p:sp>
        <p:nvSpPr>
          <p:cNvPr id="12" name="Title 11">
            <a:extLst>
              <a:ext uri="{FF2B5EF4-FFF2-40B4-BE49-F238E27FC236}">
                <a16:creationId xmlns:a16="http://schemas.microsoft.com/office/drawing/2014/main" id="{3392E024-DB0F-45F6-7A0A-359A57817906}"/>
              </a:ext>
            </a:extLst>
          </p:cNvPr>
          <p:cNvSpPr>
            <a:spLocks noGrp="1"/>
          </p:cNvSpPr>
          <p:nvPr>
            <p:ph type="title"/>
          </p:nvPr>
        </p:nvSpPr>
        <p:spPr>
          <a:xfrm>
            <a:off x="3063240" y="2651760"/>
            <a:ext cx="6309360" cy="1580714"/>
          </a:xfrm>
        </p:spPr>
        <p:txBody>
          <a:bodyPr lIns="91440" rIns="91440" anchor="t"/>
          <a:lstStyle>
            <a:lvl1pPr algn="l">
              <a:lnSpc>
                <a:spcPct val="100000"/>
              </a:lnSpc>
              <a:defRPr sz="2800" cap="none" spc="200" baseline="0"/>
            </a:lvl1pPr>
          </a:lstStyle>
          <a:p>
            <a:r>
              <a:rPr lang="en-US"/>
              <a:t>Click to edit Master title style</a:t>
            </a:r>
            <a:endParaRPr lang="en-US" dirty="0"/>
          </a:p>
        </p:txBody>
      </p:sp>
      <p:sp>
        <p:nvSpPr>
          <p:cNvPr id="16" name="Text Placeholder 15">
            <a:extLst>
              <a:ext uri="{FF2B5EF4-FFF2-40B4-BE49-F238E27FC236}">
                <a16:creationId xmlns:a16="http://schemas.microsoft.com/office/drawing/2014/main" id="{94138E8D-4D76-2023-4B97-8ACB8894C5F1}"/>
              </a:ext>
            </a:extLst>
          </p:cNvPr>
          <p:cNvSpPr>
            <a:spLocks noGrp="1"/>
          </p:cNvSpPr>
          <p:nvPr>
            <p:ph type="body" sz="quarter" idx="13"/>
          </p:nvPr>
        </p:nvSpPr>
        <p:spPr>
          <a:xfrm>
            <a:off x="3063240" y="4232475"/>
            <a:ext cx="5775960" cy="333945"/>
          </a:xfrm>
        </p:spPr>
        <p:txBody>
          <a:bodyPr/>
          <a:lstStyle>
            <a:lvl1pPr marL="0" indent="0">
              <a:buNone/>
              <a:defRPr sz="1800" spc="200" baseline="0"/>
            </a:lvl1pPr>
          </a:lstStyle>
          <a:p>
            <a:pPr lvl="0"/>
            <a:r>
              <a:rPr lang="en-US"/>
              <a:t>Click to edit Master text styles</a:t>
            </a:r>
          </a:p>
        </p:txBody>
      </p:sp>
      <p:sp>
        <p:nvSpPr>
          <p:cNvPr id="17" name="Text Placeholder 13">
            <a:extLst>
              <a:ext uri="{FF2B5EF4-FFF2-40B4-BE49-F238E27FC236}">
                <a16:creationId xmlns:a16="http://schemas.microsoft.com/office/drawing/2014/main" id="{D1FFE415-7AFC-D826-1BD1-1993DED3B01D}"/>
              </a:ext>
            </a:extLst>
          </p:cNvPr>
          <p:cNvSpPr>
            <a:spLocks noGrp="1"/>
          </p:cNvSpPr>
          <p:nvPr>
            <p:ph type="body" sz="quarter" idx="15" hasCustomPrompt="1"/>
          </p:nvPr>
        </p:nvSpPr>
        <p:spPr>
          <a:xfrm>
            <a:off x="9737922" y="3591339"/>
            <a:ext cx="1171575" cy="2387600"/>
          </a:xfrm>
        </p:spPr>
        <p:txBody>
          <a:bodyPr vert="horz" lIns="91440" tIns="45720" rIns="91440" bIns="45720" rtlCol="0" anchor="t">
            <a:noAutofit/>
          </a:bodyPr>
          <a:lstStyle>
            <a:lvl1pPr marL="0" indent="0">
              <a:buNone/>
              <a:defRPr lang="en-US" sz="17000" b="1" cap="all" spc="300" dirty="0">
                <a:ln w="28575">
                  <a:solidFill>
                    <a:schemeClr val="tx1"/>
                  </a:solidFill>
                </a:ln>
                <a:noFill/>
                <a:latin typeface="+mj-lt"/>
                <a:ea typeface="+mj-ea"/>
              </a:defRPr>
            </a:lvl1pPr>
          </a:lstStyle>
          <a:p>
            <a:pPr marL="914400" lvl="0" indent="-1143000">
              <a:spcBef>
                <a:spcPct val="0"/>
              </a:spcBef>
            </a:pPr>
            <a:r>
              <a:rPr lang="en-US" dirty="0"/>
              <a:t>”</a:t>
            </a:r>
          </a:p>
        </p:txBody>
      </p:sp>
      <p:sp>
        <p:nvSpPr>
          <p:cNvPr id="18" name="Text Placeholder 13">
            <a:extLst>
              <a:ext uri="{FF2B5EF4-FFF2-40B4-BE49-F238E27FC236}">
                <a16:creationId xmlns:a16="http://schemas.microsoft.com/office/drawing/2014/main" id="{0962DFC0-ADB3-684B-6F72-9C45BB48C248}"/>
              </a:ext>
            </a:extLst>
          </p:cNvPr>
          <p:cNvSpPr>
            <a:spLocks noGrp="1"/>
          </p:cNvSpPr>
          <p:nvPr>
            <p:ph type="body" sz="quarter" idx="14" hasCustomPrompt="1"/>
          </p:nvPr>
        </p:nvSpPr>
        <p:spPr>
          <a:xfrm>
            <a:off x="1209261" y="1982216"/>
            <a:ext cx="1171575" cy="2386584"/>
          </a:xfrm>
        </p:spPr>
        <p:txBody>
          <a:bodyPr vert="horz" lIns="91440" tIns="45720" rIns="91440" bIns="45720" rtlCol="0" anchor="t">
            <a:noAutofit/>
          </a:bodyPr>
          <a:lstStyle>
            <a:lvl1pPr marL="0" indent="0">
              <a:buNone/>
              <a:defRPr lang="en-US" sz="17000" b="1" cap="all" spc="300" dirty="0">
                <a:ln w="28575">
                  <a:solidFill>
                    <a:schemeClr val="tx1"/>
                  </a:solidFill>
                </a:ln>
                <a:noFill/>
                <a:latin typeface="+mj-lt"/>
                <a:ea typeface="+mj-ea"/>
              </a:defRPr>
            </a:lvl1pPr>
          </a:lstStyle>
          <a:p>
            <a:pPr marL="914400" lvl="0" indent="-1143000">
              <a:spcBef>
                <a:spcPct val="0"/>
              </a:spcBef>
            </a:pPr>
            <a:r>
              <a:rPr lang="en-US" dirty="0"/>
              <a:t>“</a:t>
            </a:r>
          </a:p>
        </p:txBody>
      </p:sp>
    </p:spTree>
    <p:extLst>
      <p:ext uri="{BB962C8B-B14F-4D97-AF65-F5344CB8AC3E}">
        <p14:creationId xmlns:p14="http://schemas.microsoft.com/office/powerpoint/2010/main" val="3330879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C6FB24-160F-388E-8450-E5C970E243AB}"/>
              </a:ext>
            </a:extLst>
          </p:cNvPr>
          <p:cNvPicPr>
            <a:picLocks noChangeAspect="1"/>
          </p:cNvPicPr>
          <p:nvPr userDrawn="1"/>
        </p:nvPicPr>
        <p:blipFill>
          <a:blip r:embed="rId2"/>
          <a:stretch>
            <a:fillRect/>
          </a:stretch>
        </p:blipFill>
        <p:spPr>
          <a:xfrm>
            <a:off x="0" y="1764792"/>
            <a:ext cx="5359935" cy="5093208"/>
          </a:xfrm>
          <a:prstGeom prst="rect">
            <a:avLst/>
          </a:prstGeom>
        </p:spPr>
      </p:pic>
      <p:pic>
        <p:nvPicPr>
          <p:cNvPr id="23" name="Picture 22">
            <a:extLst>
              <a:ext uri="{FF2B5EF4-FFF2-40B4-BE49-F238E27FC236}">
                <a16:creationId xmlns:a16="http://schemas.microsoft.com/office/drawing/2014/main" id="{D0AF7F25-1C65-DB7F-9FA3-300318BD4BF4}"/>
              </a:ext>
            </a:extLst>
          </p:cNvPr>
          <p:cNvPicPr>
            <a:picLocks noChangeAspect="1"/>
          </p:cNvPicPr>
          <p:nvPr userDrawn="1"/>
        </p:nvPicPr>
        <p:blipFill>
          <a:blip r:embed="rId3"/>
          <a:stretch>
            <a:fillRect/>
          </a:stretch>
        </p:blipFill>
        <p:spPr>
          <a:xfrm>
            <a:off x="9262085" y="0"/>
            <a:ext cx="2929915" cy="2752344"/>
          </a:xfrm>
          <a:prstGeom prst="rect">
            <a:avLst/>
          </a:prstGeom>
        </p:spPr>
      </p:pic>
      <p:sp>
        <p:nvSpPr>
          <p:cNvPr id="25" name="Title 1">
            <a:extLst>
              <a:ext uri="{FF2B5EF4-FFF2-40B4-BE49-F238E27FC236}">
                <a16:creationId xmlns:a16="http://schemas.microsoft.com/office/drawing/2014/main" id="{DCE0745D-AFE6-DE6D-B026-1FF13F34E628}"/>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
        <p:nvSpPr>
          <p:cNvPr id="6" name="Picture Placeholder 23">
            <a:extLst>
              <a:ext uri="{FF2B5EF4-FFF2-40B4-BE49-F238E27FC236}">
                <a16:creationId xmlns:a16="http://schemas.microsoft.com/office/drawing/2014/main" id="{5E48B363-63E8-4F17-842B-53AD935A6529}"/>
              </a:ext>
            </a:extLst>
          </p:cNvPr>
          <p:cNvSpPr>
            <a:spLocks noGrp="1"/>
          </p:cNvSpPr>
          <p:nvPr>
            <p:ph type="pic" sz="quarter" idx="13"/>
          </p:nvPr>
        </p:nvSpPr>
        <p:spPr>
          <a:xfrm>
            <a:off x="960120" y="2450592"/>
            <a:ext cx="2057400" cy="2057400"/>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10" name="Text Placeholder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858956" y="4611550"/>
            <a:ext cx="2286000" cy="274320"/>
          </a:xfrm>
        </p:spPr>
        <p:txBody>
          <a:bodyPr lIns="0" tIns="0" rIns="0" bIns="0" anchor="ctr">
            <a:noAutofit/>
          </a:bodyPr>
          <a:lstStyle>
            <a:lvl1pPr marL="0" indent="0" algn="ctr">
              <a:lnSpc>
                <a:spcPct val="100000"/>
              </a:lnSpc>
              <a:spcBef>
                <a:spcPts val="0"/>
              </a:spcBef>
              <a:buNone/>
              <a:defRPr sz="1400" b="1" cap="all" spc="200" baseline="0">
                <a:solidFill>
                  <a:schemeClr val="tx1"/>
                </a:solidFill>
                <a:latin typeface="+mj-lt"/>
              </a:defRPr>
            </a:lvl1pPr>
          </a:lstStyle>
          <a:p>
            <a:pPr lvl="0"/>
            <a:r>
              <a:rPr lang="en-US" dirty="0"/>
              <a:t>Name</a:t>
            </a:r>
          </a:p>
        </p:txBody>
      </p:sp>
      <p:sp>
        <p:nvSpPr>
          <p:cNvPr id="11" name="Text Placeholder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858956" y="4865225"/>
            <a:ext cx="2286000" cy="182880"/>
          </a:xfrm>
        </p:spPr>
        <p:txBody>
          <a:bodyPr lIns="0" tIns="0" rIns="0" bIns="0">
            <a:noAutofit/>
          </a:bodyPr>
          <a:lstStyle>
            <a:lvl1pPr marL="0" indent="0" algn="ctr">
              <a:lnSpc>
                <a:spcPct val="100000"/>
              </a:lnSpc>
              <a:spcBef>
                <a:spcPts val="0"/>
              </a:spcBef>
              <a:buNone/>
              <a:defRPr sz="1200" b="0" spc="200" baseline="0">
                <a:solidFill>
                  <a:schemeClr val="tx1"/>
                </a:solidFill>
              </a:defRPr>
            </a:lvl1pPr>
          </a:lstStyle>
          <a:p>
            <a:pPr lvl="0"/>
            <a:r>
              <a:rPr lang="en-US" dirty="0"/>
              <a:t>Title</a:t>
            </a:r>
          </a:p>
        </p:txBody>
      </p:sp>
      <p:sp>
        <p:nvSpPr>
          <p:cNvPr id="7" name="Picture Placeholder 23">
            <a:extLst>
              <a:ext uri="{FF2B5EF4-FFF2-40B4-BE49-F238E27FC236}">
                <a16:creationId xmlns:a16="http://schemas.microsoft.com/office/drawing/2014/main" id="{9ABA5222-6FD6-405B-8AC8-18022C36590F}"/>
              </a:ext>
            </a:extLst>
          </p:cNvPr>
          <p:cNvSpPr>
            <a:spLocks noGrp="1"/>
          </p:cNvSpPr>
          <p:nvPr>
            <p:ph type="pic" sz="quarter" idx="14"/>
          </p:nvPr>
        </p:nvSpPr>
        <p:spPr>
          <a:xfrm>
            <a:off x="3730752" y="2450592"/>
            <a:ext cx="2057400" cy="2057400"/>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12" name="Text Placeholder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3629588" y="4611550"/>
            <a:ext cx="2286000" cy="274320"/>
          </a:xfrm>
        </p:spPr>
        <p:txBody>
          <a:bodyPr lIns="0" tIns="0" rIns="0" bIns="0" anchor="ctr">
            <a:noAutofit/>
          </a:bodyPr>
          <a:lstStyle>
            <a:lvl1pPr marL="0" indent="0" algn="ctr">
              <a:lnSpc>
                <a:spcPct val="100000"/>
              </a:lnSpc>
              <a:spcBef>
                <a:spcPts val="0"/>
              </a:spcBef>
              <a:buNone/>
              <a:defRPr sz="1400" b="1" cap="all" spc="200" baseline="0">
                <a:solidFill>
                  <a:schemeClr val="tx1"/>
                </a:solidFill>
                <a:latin typeface="+mj-lt"/>
              </a:defRPr>
            </a:lvl1pPr>
          </a:lstStyle>
          <a:p>
            <a:pPr lvl="0"/>
            <a:r>
              <a:rPr lang="en-US" dirty="0"/>
              <a:t>Name</a:t>
            </a:r>
          </a:p>
        </p:txBody>
      </p:sp>
      <p:sp>
        <p:nvSpPr>
          <p:cNvPr id="13" name="Text Placeholder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3629588" y="4865225"/>
            <a:ext cx="2286000" cy="182880"/>
          </a:xfrm>
        </p:spPr>
        <p:txBody>
          <a:bodyPr lIns="0" tIns="0" rIns="0" bIns="0">
            <a:noAutofit/>
          </a:bodyPr>
          <a:lstStyle>
            <a:lvl1pPr marL="0" indent="0" algn="ctr">
              <a:lnSpc>
                <a:spcPct val="100000"/>
              </a:lnSpc>
              <a:spcBef>
                <a:spcPts val="0"/>
              </a:spcBef>
              <a:buNone/>
              <a:defRPr sz="1200" b="0" spc="200" baseline="0">
                <a:solidFill>
                  <a:schemeClr val="tx1"/>
                </a:solidFill>
              </a:defRPr>
            </a:lvl1pPr>
          </a:lstStyle>
          <a:p>
            <a:pPr lvl="0"/>
            <a:r>
              <a:rPr lang="en-US" dirty="0"/>
              <a:t>Title</a:t>
            </a:r>
          </a:p>
        </p:txBody>
      </p:sp>
      <p:sp>
        <p:nvSpPr>
          <p:cNvPr id="8" name="Picture Placeholder 23">
            <a:extLst>
              <a:ext uri="{FF2B5EF4-FFF2-40B4-BE49-F238E27FC236}">
                <a16:creationId xmlns:a16="http://schemas.microsoft.com/office/drawing/2014/main" id="{124DE785-775F-4AE4-94B3-FA728188EBA5}"/>
              </a:ext>
            </a:extLst>
          </p:cNvPr>
          <p:cNvSpPr>
            <a:spLocks noGrp="1"/>
          </p:cNvSpPr>
          <p:nvPr>
            <p:ph type="pic" sz="quarter" idx="15"/>
          </p:nvPr>
        </p:nvSpPr>
        <p:spPr>
          <a:xfrm>
            <a:off x="6464808" y="2450592"/>
            <a:ext cx="2057400" cy="2057400"/>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14" name="Text Placeholder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6363644" y="4611550"/>
            <a:ext cx="2286000" cy="274320"/>
          </a:xfrm>
        </p:spPr>
        <p:txBody>
          <a:bodyPr lIns="0" tIns="0" rIns="0" bIns="0" anchor="ctr">
            <a:noAutofit/>
          </a:bodyPr>
          <a:lstStyle>
            <a:lvl1pPr marL="0" indent="0" algn="ctr">
              <a:lnSpc>
                <a:spcPct val="100000"/>
              </a:lnSpc>
              <a:spcBef>
                <a:spcPts val="0"/>
              </a:spcBef>
              <a:buNone/>
              <a:defRPr sz="1400" b="1" cap="all" spc="200" baseline="0">
                <a:solidFill>
                  <a:schemeClr val="tx1"/>
                </a:solidFill>
                <a:latin typeface="+mj-lt"/>
              </a:defRPr>
            </a:lvl1pPr>
          </a:lstStyle>
          <a:p>
            <a:pPr lvl="0"/>
            <a:r>
              <a:rPr lang="en-US" dirty="0"/>
              <a:t>Name</a:t>
            </a:r>
          </a:p>
        </p:txBody>
      </p:sp>
      <p:sp>
        <p:nvSpPr>
          <p:cNvPr id="15" name="Text Placeholder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6363644" y="4865225"/>
            <a:ext cx="2286000" cy="182880"/>
          </a:xfrm>
        </p:spPr>
        <p:txBody>
          <a:bodyPr lIns="0" tIns="0" rIns="0" bIns="0">
            <a:noAutofit/>
          </a:bodyPr>
          <a:lstStyle>
            <a:lvl1pPr marL="0" indent="0" algn="ctr">
              <a:lnSpc>
                <a:spcPct val="100000"/>
              </a:lnSpc>
              <a:spcBef>
                <a:spcPts val="0"/>
              </a:spcBef>
              <a:buNone/>
              <a:defRPr sz="1200" b="0" spc="200" baseline="0">
                <a:solidFill>
                  <a:schemeClr val="tx1"/>
                </a:solidFill>
              </a:defRPr>
            </a:lvl1pPr>
          </a:lstStyle>
          <a:p>
            <a:pPr lvl="0"/>
            <a:r>
              <a:rPr lang="en-US" dirty="0"/>
              <a:t>Title</a:t>
            </a:r>
          </a:p>
        </p:txBody>
      </p:sp>
      <p:sp>
        <p:nvSpPr>
          <p:cNvPr id="9" name="Picture Placeholder 23">
            <a:extLst>
              <a:ext uri="{FF2B5EF4-FFF2-40B4-BE49-F238E27FC236}">
                <a16:creationId xmlns:a16="http://schemas.microsoft.com/office/drawing/2014/main" id="{F5694B35-7776-4DB9-9EB7-3AF076EC357D}"/>
              </a:ext>
            </a:extLst>
          </p:cNvPr>
          <p:cNvSpPr>
            <a:spLocks noGrp="1"/>
          </p:cNvSpPr>
          <p:nvPr>
            <p:ph type="pic" sz="quarter" idx="16"/>
          </p:nvPr>
        </p:nvSpPr>
        <p:spPr>
          <a:xfrm>
            <a:off x="9198864" y="2450592"/>
            <a:ext cx="2057400" cy="2057400"/>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16" name="Text Placeholder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9097700" y="4611550"/>
            <a:ext cx="2286000" cy="274320"/>
          </a:xfrm>
        </p:spPr>
        <p:txBody>
          <a:bodyPr lIns="0" tIns="0" rIns="0" bIns="0" anchor="ctr">
            <a:noAutofit/>
          </a:bodyPr>
          <a:lstStyle>
            <a:lvl1pPr marL="0" indent="0" algn="ctr">
              <a:lnSpc>
                <a:spcPct val="100000"/>
              </a:lnSpc>
              <a:spcBef>
                <a:spcPts val="0"/>
              </a:spcBef>
              <a:buNone/>
              <a:defRPr sz="1400" b="1" cap="all" spc="200" baseline="0">
                <a:solidFill>
                  <a:schemeClr val="tx1"/>
                </a:solidFill>
                <a:latin typeface="+mj-lt"/>
              </a:defRPr>
            </a:lvl1pPr>
          </a:lstStyle>
          <a:p>
            <a:pPr lvl="0"/>
            <a:r>
              <a:rPr lang="en-US" dirty="0"/>
              <a:t>Name</a:t>
            </a:r>
          </a:p>
        </p:txBody>
      </p:sp>
      <p:sp>
        <p:nvSpPr>
          <p:cNvPr id="17" name="Text Placeholder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9097700" y="4865225"/>
            <a:ext cx="2286000" cy="182880"/>
          </a:xfrm>
        </p:spPr>
        <p:txBody>
          <a:bodyPr lIns="0" tIns="0" rIns="0" bIns="0">
            <a:noAutofit/>
          </a:bodyPr>
          <a:lstStyle>
            <a:lvl1pPr marL="0" indent="0" algn="ctr">
              <a:lnSpc>
                <a:spcPct val="100000"/>
              </a:lnSpc>
              <a:spcBef>
                <a:spcPts val="0"/>
              </a:spcBef>
              <a:buNone/>
              <a:defRPr sz="1200" b="0" spc="200" baseline="0">
                <a:solidFill>
                  <a:schemeClr val="tx1"/>
                </a:solidFill>
              </a:defRPr>
            </a:lvl1pPr>
          </a:lstStyle>
          <a:p>
            <a:pPr lvl="0"/>
            <a:r>
              <a:rPr lang="en-US" dirty="0"/>
              <a:t>Title</a:t>
            </a:r>
          </a:p>
        </p:txBody>
      </p:sp>
      <p:sp>
        <p:nvSpPr>
          <p:cNvPr id="4" name="Footer Placeholder 3">
            <a:extLst>
              <a:ext uri="{FF2B5EF4-FFF2-40B4-BE49-F238E27FC236}">
                <a16:creationId xmlns:a16="http://schemas.microsoft.com/office/drawing/2014/main" id="{96356206-85FD-45F5-A1F7-128DB34C860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5" name="Slide Number Placeholder 4">
            <a:extLst>
              <a:ext uri="{FF2B5EF4-FFF2-40B4-BE49-F238E27FC236}">
                <a16:creationId xmlns:a16="http://schemas.microsoft.com/office/drawing/2014/main" id="{0203763F-C8CD-4BCB-9A0A-B10F000BC1DB}"/>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18" name="Straight Connector 17">
            <a:extLst>
              <a:ext uri="{FF2B5EF4-FFF2-40B4-BE49-F238E27FC236}">
                <a16:creationId xmlns:a16="http://schemas.microsoft.com/office/drawing/2014/main" id="{663C6C7E-F363-1F17-B288-D4D45B87028D}"/>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ED6D4091-312C-81B9-BAF6-5E0D6F665E5D}"/>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B6A3FD7E-DF96-B9E4-8D70-DA62CC339081}"/>
              </a:ext>
            </a:extLst>
          </p:cNvPr>
          <p:cNvPicPr>
            <a:picLocks noChangeAspect="1"/>
          </p:cNvPicPr>
          <p:nvPr userDrawn="1"/>
        </p:nvPicPr>
        <p:blipFill>
          <a:blip r:embed="rId2"/>
          <a:stretch>
            <a:fillRect/>
          </a:stretch>
        </p:blipFill>
        <p:spPr>
          <a:xfrm>
            <a:off x="0" y="1766265"/>
            <a:ext cx="5358384" cy="5091735"/>
          </a:xfrm>
          <a:prstGeom prst="rect">
            <a:avLst/>
          </a:prstGeom>
        </p:spPr>
      </p:pic>
      <p:sp>
        <p:nvSpPr>
          <p:cNvPr id="25" name="Title 1">
            <a:extLst>
              <a:ext uri="{FF2B5EF4-FFF2-40B4-BE49-F238E27FC236}">
                <a16:creationId xmlns:a16="http://schemas.microsoft.com/office/drawing/2014/main" id="{DCE0745D-AFE6-DE6D-B026-1FF13F34E628}"/>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
        <p:nvSpPr>
          <p:cNvPr id="10" name="Text Placeholder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457200" y="2670048"/>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11" name="Text Placeholder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457200" y="3094300"/>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28" name="Text Placeholder 28">
            <a:extLst>
              <a:ext uri="{FF2B5EF4-FFF2-40B4-BE49-F238E27FC236}">
                <a16:creationId xmlns:a16="http://schemas.microsoft.com/office/drawing/2014/main" id="{739AFCF1-55F0-974F-0F5C-34444B290B55}"/>
              </a:ext>
            </a:extLst>
          </p:cNvPr>
          <p:cNvSpPr>
            <a:spLocks noGrp="1"/>
          </p:cNvSpPr>
          <p:nvPr>
            <p:ph type="body" sz="quarter" idx="29" hasCustomPrompt="1"/>
          </p:nvPr>
        </p:nvSpPr>
        <p:spPr>
          <a:xfrm>
            <a:off x="457200" y="4479943"/>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29" name="Text Placeholder 28">
            <a:extLst>
              <a:ext uri="{FF2B5EF4-FFF2-40B4-BE49-F238E27FC236}">
                <a16:creationId xmlns:a16="http://schemas.microsoft.com/office/drawing/2014/main" id="{77CF7DE5-8E6D-2C2C-A514-BAB6D4B6FF3B}"/>
              </a:ext>
            </a:extLst>
          </p:cNvPr>
          <p:cNvSpPr>
            <a:spLocks noGrp="1"/>
          </p:cNvSpPr>
          <p:nvPr>
            <p:ph type="body" sz="quarter" idx="30" hasCustomPrompt="1"/>
          </p:nvPr>
        </p:nvSpPr>
        <p:spPr>
          <a:xfrm>
            <a:off x="457200" y="4904195"/>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6" name="Picture Placeholder 23">
            <a:extLst>
              <a:ext uri="{FF2B5EF4-FFF2-40B4-BE49-F238E27FC236}">
                <a16:creationId xmlns:a16="http://schemas.microsoft.com/office/drawing/2014/main" id="{5E48B363-63E8-4F17-842B-53AD935A6529}"/>
              </a:ext>
            </a:extLst>
          </p:cNvPr>
          <p:cNvSpPr>
            <a:spLocks noGrp="1" noChangeAspect="1"/>
          </p:cNvSpPr>
          <p:nvPr>
            <p:ph type="pic" sz="quarter" idx="13"/>
          </p:nvPr>
        </p:nvSpPr>
        <p:spPr>
          <a:xfrm>
            <a:off x="1993392" y="2450592"/>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21" name="Picture Placeholder 23">
            <a:extLst>
              <a:ext uri="{FF2B5EF4-FFF2-40B4-BE49-F238E27FC236}">
                <a16:creationId xmlns:a16="http://schemas.microsoft.com/office/drawing/2014/main" id="{DBA744D6-401F-C995-EF58-BD24A0DD8581}"/>
              </a:ext>
            </a:extLst>
          </p:cNvPr>
          <p:cNvSpPr>
            <a:spLocks noGrp="1" noChangeAspect="1"/>
          </p:cNvSpPr>
          <p:nvPr>
            <p:ph type="pic" sz="quarter" idx="25"/>
          </p:nvPr>
        </p:nvSpPr>
        <p:spPr>
          <a:xfrm>
            <a:off x="1993392" y="4260487"/>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12" name="Text Placeholder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3218688" y="2670048"/>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13" name="Text Placeholder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3218688" y="3094300"/>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30" name="Text Placeholder 28">
            <a:extLst>
              <a:ext uri="{FF2B5EF4-FFF2-40B4-BE49-F238E27FC236}">
                <a16:creationId xmlns:a16="http://schemas.microsoft.com/office/drawing/2014/main" id="{B1201CED-247A-16CA-9F03-BF32393D3B56}"/>
              </a:ext>
            </a:extLst>
          </p:cNvPr>
          <p:cNvSpPr>
            <a:spLocks noGrp="1"/>
          </p:cNvSpPr>
          <p:nvPr>
            <p:ph type="body" sz="quarter" idx="31" hasCustomPrompt="1"/>
          </p:nvPr>
        </p:nvSpPr>
        <p:spPr>
          <a:xfrm>
            <a:off x="3218688" y="4479943"/>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31" name="Text Placeholder 28">
            <a:extLst>
              <a:ext uri="{FF2B5EF4-FFF2-40B4-BE49-F238E27FC236}">
                <a16:creationId xmlns:a16="http://schemas.microsoft.com/office/drawing/2014/main" id="{2D5FA954-036C-191F-7040-1848AB2BE3CA}"/>
              </a:ext>
            </a:extLst>
          </p:cNvPr>
          <p:cNvSpPr>
            <a:spLocks noGrp="1"/>
          </p:cNvSpPr>
          <p:nvPr>
            <p:ph type="body" sz="quarter" idx="32" hasCustomPrompt="1"/>
          </p:nvPr>
        </p:nvSpPr>
        <p:spPr>
          <a:xfrm>
            <a:off x="3218688" y="4904195"/>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7" name="Picture Placeholder 23">
            <a:extLst>
              <a:ext uri="{FF2B5EF4-FFF2-40B4-BE49-F238E27FC236}">
                <a16:creationId xmlns:a16="http://schemas.microsoft.com/office/drawing/2014/main" id="{9ABA5222-6FD6-405B-8AC8-18022C36590F}"/>
              </a:ext>
            </a:extLst>
          </p:cNvPr>
          <p:cNvSpPr>
            <a:spLocks noGrp="1" noChangeAspect="1"/>
          </p:cNvSpPr>
          <p:nvPr>
            <p:ph type="pic" sz="quarter" idx="14"/>
          </p:nvPr>
        </p:nvSpPr>
        <p:spPr>
          <a:xfrm>
            <a:off x="4745736" y="2450592"/>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23" name="Picture Placeholder 23">
            <a:extLst>
              <a:ext uri="{FF2B5EF4-FFF2-40B4-BE49-F238E27FC236}">
                <a16:creationId xmlns:a16="http://schemas.microsoft.com/office/drawing/2014/main" id="{8CFBAF86-D36B-F789-2C9C-78C6830B13C9}"/>
              </a:ext>
            </a:extLst>
          </p:cNvPr>
          <p:cNvSpPr>
            <a:spLocks noGrp="1" noChangeAspect="1"/>
          </p:cNvSpPr>
          <p:nvPr>
            <p:ph type="pic" sz="quarter" idx="26"/>
          </p:nvPr>
        </p:nvSpPr>
        <p:spPr>
          <a:xfrm>
            <a:off x="4745736" y="4260487"/>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14" name="Text Placeholder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5966787" y="2670048"/>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15" name="Text Placeholder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5966787" y="3094300"/>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32" name="Text Placeholder 28">
            <a:extLst>
              <a:ext uri="{FF2B5EF4-FFF2-40B4-BE49-F238E27FC236}">
                <a16:creationId xmlns:a16="http://schemas.microsoft.com/office/drawing/2014/main" id="{6E32CE61-2D9B-C245-0D18-C33760B08537}"/>
              </a:ext>
            </a:extLst>
          </p:cNvPr>
          <p:cNvSpPr>
            <a:spLocks noGrp="1"/>
          </p:cNvSpPr>
          <p:nvPr>
            <p:ph type="body" sz="quarter" idx="33" hasCustomPrompt="1"/>
          </p:nvPr>
        </p:nvSpPr>
        <p:spPr>
          <a:xfrm>
            <a:off x="5966787" y="4479943"/>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33" name="Text Placeholder 28">
            <a:extLst>
              <a:ext uri="{FF2B5EF4-FFF2-40B4-BE49-F238E27FC236}">
                <a16:creationId xmlns:a16="http://schemas.microsoft.com/office/drawing/2014/main" id="{E4068D0A-21CD-897C-9CC1-0BFDAABBD491}"/>
              </a:ext>
            </a:extLst>
          </p:cNvPr>
          <p:cNvSpPr>
            <a:spLocks noGrp="1"/>
          </p:cNvSpPr>
          <p:nvPr>
            <p:ph type="body" sz="quarter" idx="34" hasCustomPrompt="1"/>
          </p:nvPr>
        </p:nvSpPr>
        <p:spPr>
          <a:xfrm>
            <a:off x="5966787" y="4904195"/>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8" name="Picture Placeholder 23">
            <a:extLst>
              <a:ext uri="{FF2B5EF4-FFF2-40B4-BE49-F238E27FC236}">
                <a16:creationId xmlns:a16="http://schemas.microsoft.com/office/drawing/2014/main" id="{124DE785-775F-4AE4-94B3-FA728188EBA5}"/>
              </a:ext>
            </a:extLst>
          </p:cNvPr>
          <p:cNvSpPr>
            <a:spLocks noGrp="1" noChangeAspect="1"/>
          </p:cNvSpPr>
          <p:nvPr>
            <p:ph type="pic" sz="quarter" idx="15"/>
          </p:nvPr>
        </p:nvSpPr>
        <p:spPr>
          <a:xfrm>
            <a:off x="7498080" y="2450592"/>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26" name="Picture Placeholder 23">
            <a:extLst>
              <a:ext uri="{FF2B5EF4-FFF2-40B4-BE49-F238E27FC236}">
                <a16:creationId xmlns:a16="http://schemas.microsoft.com/office/drawing/2014/main" id="{C110D526-1AE4-5106-E956-0B2ED3A4D4BC}"/>
              </a:ext>
            </a:extLst>
          </p:cNvPr>
          <p:cNvSpPr>
            <a:spLocks noGrp="1" noChangeAspect="1"/>
          </p:cNvSpPr>
          <p:nvPr>
            <p:ph type="pic" sz="quarter" idx="27"/>
          </p:nvPr>
        </p:nvSpPr>
        <p:spPr>
          <a:xfrm>
            <a:off x="7498080" y="4260487"/>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16" name="Text Placeholder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8732520" y="2670048"/>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17" name="Text Placeholder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8732520" y="3094300"/>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34" name="Text Placeholder 28">
            <a:extLst>
              <a:ext uri="{FF2B5EF4-FFF2-40B4-BE49-F238E27FC236}">
                <a16:creationId xmlns:a16="http://schemas.microsoft.com/office/drawing/2014/main" id="{3858F91A-46AA-AF23-2716-3B2B678BBE01}"/>
              </a:ext>
            </a:extLst>
          </p:cNvPr>
          <p:cNvSpPr>
            <a:spLocks noGrp="1"/>
          </p:cNvSpPr>
          <p:nvPr>
            <p:ph type="body" sz="quarter" idx="35" hasCustomPrompt="1"/>
          </p:nvPr>
        </p:nvSpPr>
        <p:spPr>
          <a:xfrm>
            <a:off x="8732520" y="4479943"/>
            <a:ext cx="1399032" cy="411480"/>
          </a:xfrm>
        </p:spPr>
        <p:txBody>
          <a:bodyPr lIns="0" tIns="0" rIns="0" bIns="0" anchor="t">
            <a:noAutofit/>
          </a:bodyPr>
          <a:lstStyle>
            <a:lvl1pPr marL="0" indent="0" algn="r">
              <a:lnSpc>
                <a:spcPct val="100000"/>
              </a:lnSpc>
              <a:spcBef>
                <a:spcPts val="0"/>
              </a:spcBef>
              <a:buFont typeface="+mj-lt"/>
              <a:buNone/>
              <a:defRPr sz="1400" b="1" cap="all" spc="100" baseline="0">
                <a:solidFill>
                  <a:schemeClr val="tx1"/>
                </a:solidFill>
                <a:latin typeface="+mj-lt"/>
              </a:defRPr>
            </a:lvl1pPr>
          </a:lstStyle>
          <a:p>
            <a:pPr lvl="0"/>
            <a:r>
              <a:rPr lang="en-US" dirty="0"/>
              <a:t>Name</a:t>
            </a:r>
          </a:p>
        </p:txBody>
      </p:sp>
      <p:sp>
        <p:nvSpPr>
          <p:cNvPr id="35" name="Text Placeholder 28">
            <a:extLst>
              <a:ext uri="{FF2B5EF4-FFF2-40B4-BE49-F238E27FC236}">
                <a16:creationId xmlns:a16="http://schemas.microsoft.com/office/drawing/2014/main" id="{EBC002F6-7435-833F-0E8B-30A53B0755AE}"/>
              </a:ext>
            </a:extLst>
          </p:cNvPr>
          <p:cNvSpPr>
            <a:spLocks noGrp="1"/>
          </p:cNvSpPr>
          <p:nvPr>
            <p:ph type="body" sz="quarter" idx="36" hasCustomPrompt="1"/>
          </p:nvPr>
        </p:nvSpPr>
        <p:spPr>
          <a:xfrm>
            <a:off x="8732520" y="4904195"/>
            <a:ext cx="1399032" cy="517580"/>
          </a:xfrm>
        </p:spPr>
        <p:txBody>
          <a:bodyPr lIns="0" tIns="0" rIns="0" bIns="0">
            <a:noAutofit/>
          </a:bodyPr>
          <a:lstStyle>
            <a:lvl1pPr marL="0" indent="0" algn="r">
              <a:lnSpc>
                <a:spcPct val="100000"/>
              </a:lnSpc>
              <a:spcBef>
                <a:spcPts val="0"/>
              </a:spcBef>
              <a:buNone/>
              <a:defRPr sz="1200" b="0" spc="100" baseline="0">
                <a:solidFill>
                  <a:schemeClr val="tx1"/>
                </a:solidFill>
              </a:defRPr>
            </a:lvl1pPr>
          </a:lstStyle>
          <a:p>
            <a:pPr lvl="0"/>
            <a:r>
              <a:rPr lang="en-US" dirty="0"/>
              <a:t>Title</a:t>
            </a:r>
          </a:p>
        </p:txBody>
      </p:sp>
      <p:sp>
        <p:nvSpPr>
          <p:cNvPr id="9" name="Picture Placeholder 23">
            <a:extLst>
              <a:ext uri="{FF2B5EF4-FFF2-40B4-BE49-F238E27FC236}">
                <a16:creationId xmlns:a16="http://schemas.microsoft.com/office/drawing/2014/main" id="{F5694B35-7776-4DB9-9EB7-3AF076EC357D}"/>
              </a:ext>
            </a:extLst>
          </p:cNvPr>
          <p:cNvSpPr>
            <a:spLocks noGrp="1" noChangeAspect="1"/>
          </p:cNvSpPr>
          <p:nvPr>
            <p:ph type="pic" sz="quarter" idx="16"/>
          </p:nvPr>
        </p:nvSpPr>
        <p:spPr>
          <a:xfrm>
            <a:off x="10250424" y="2450592"/>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27" name="Picture Placeholder 23">
            <a:extLst>
              <a:ext uri="{FF2B5EF4-FFF2-40B4-BE49-F238E27FC236}">
                <a16:creationId xmlns:a16="http://schemas.microsoft.com/office/drawing/2014/main" id="{2CBF8435-BD05-F386-4E6E-F2B6F6894FD7}"/>
              </a:ext>
            </a:extLst>
          </p:cNvPr>
          <p:cNvSpPr>
            <a:spLocks noGrp="1" noChangeAspect="1"/>
          </p:cNvSpPr>
          <p:nvPr>
            <p:ph type="pic" sz="quarter" idx="28"/>
          </p:nvPr>
        </p:nvSpPr>
        <p:spPr>
          <a:xfrm>
            <a:off x="10250424" y="4260487"/>
            <a:ext cx="1161288" cy="1161288"/>
          </a:xfrm>
        </p:spPr>
        <p:txBody>
          <a:bodyPr>
            <a:normAutofit/>
          </a:bodyPr>
          <a:lstStyle>
            <a:lvl1pPr marL="0" indent="0">
              <a:buNone/>
              <a:defRPr sz="1400">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96356206-85FD-45F5-A1F7-128DB34C860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5" name="Slide Number Placeholder 4">
            <a:extLst>
              <a:ext uri="{FF2B5EF4-FFF2-40B4-BE49-F238E27FC236}">
                <a16:creationId xmlns:a16="http://schemas.microsoft.com/office/drawing/2014/main" id="{0203763F-C8CD-4BCB-9A0A-B10F000BC1DB}"/>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18" name="Straight Connector 17">
            <a:extLst>
              <a:ext uri="{FF2B5EF4-FFF2-40B4-BE49-F238E27FC236}">
                <a16:creationId xmlns:a16="http://schemas.microsoft.com/office/drawing/2014/main" id="{663C6C7E-F363-1F17-B288-D4D45B87028D}"/>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ED6D4091-312C-81B9-BAF6-5E0D6F665E5D}"/>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055234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5 Column">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3345C5D8-082A-AC27-3801-7A6EC3751955}"/>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8809"/>
          <a:stretch/>
        </p:blipFill>
        <p:spPr>
          <a:xfrm>
            <a:off x="0" y="0"/>
            <a:ext cx="5467552" cy="2350008"/>
          </a:xfrm>
          <a:prstGeom prst="rect">
            <a:avLst/>
          </a:prstGeom>
        </p:spPr>
      </p:pic>
      <p:pic>
        <p:nvPicPr>
          <p:cNvPr id="15" name="Picture 14">
            <a:extLst>
              <a:ext uri="{FF2B5EF4-FFF2-40B4-BE49-F238E27FC236}">
                <a16:creationId xmlns:a16="http://schemas.microsoft.com/office/drawing/2014/main" id="{3531883F-9B23-B442-5F02-C2D25BB37CA5}"/>
              </a:ext>
            </a:extLst>
          </p:cNvPr>
          <p:cNvPicPr>
            <a:picLocks noChangeAspect="1"/>
          </p:cNvPicPr>
          <p:nvPr userDrawn="1"/>
        </p:nvPicPr>
        <p:blipFill>
          <a:blip r:embed="rId3"/>
          <a:stretch>
            <a:fillRect/>
          </a:stretch>
        </p:blipFill>
        <p:spPr>
          <a:xfrm>
            <a:off x="7241236" y="1234440"/>
            <a:ext cx="4950764" cy="5623560"/>
          </a:xfrm>
          <a:prstGeom prst="rect">
            <a:avLst/>
          </a:prstGeom>
        </p:spPr>
      </p:pic>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612648" y="2438400"/>
            <a:ext cx="2029968" cy="530352"/>
          </a:xfrm>
          <a:solidFill>
            <a:schemeClr val="tx1"/>
          </a:solidFill>
        </p:spPr>
        <p:txBody>
          <a:bodyPr anchor="ctr"/>
          <a:lstStyle>
            <a:lvl1pPr marL="0" indent="0" algn="ctr">
              <a:lnSpc>
                <a:spcPct val="100000"/>
              </a:lnSpc>
              <a:spcBef>
                <a:spcPts val="1000"/>
              </a:spcBef>
              <a:buNone/>
              <a:defRPr sz="2000" b="1" cap="all" spc="200" baseline="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612648" y="3127248"/>
            <a:ext cx="2029968" cy="2514600"/>
          </a:xfrm>
          <a:solidFill>
            <a:schemeClr val="accent6">
              <a:lumMod val="20000"/>
              <a:lumOff val="80000"/>
              <a:alpha val="50000"/>
            </a:schemeClr>
          </a:solidFill>
          <a:ln>
            <a:solidFill>
              <a:schemeClr val="tx1"/>
            </a:solidFill>
          </a:ln>
        </p:spPr>
        <p:txBody>
          <a:bodyPr tIns="182880" bIns="91440"/>
          <a:lstStyle>
            <a:lvl1pPr marL="0" indent="0">
              <a:lnSpc>
                <a:spcPct val="100000"/>
              </a:lnSpc>
              <a:spcBef>
                <a:spcPts val="0"/>
              </a:spcBef>
              <a:buNone/>
              <a:defRPr sz="1600" spc="100" baseline="0"/>
            </a:lvl1pPr>
            <a:lvl2pPr marL="228600">
              <a:lnSpc>
                <a:spcPct val="100000"/>
              </a:lnSpc>
              <a:spcBef>
                <a:spcPts val="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2843784" y="2438400"/>
            <a:ext cx="2029968" cy="530352"/>
          </a:xfrm>
          <a:solidFill>
            <a:schemeClr val="tx1"/>
          </a:solidFill>
        </p:spPr>
        <p:txBody>
          <a:bodyPr anchor="ctr"/>
          <a:lstStyle>
            <a:lvl1pPr marL="0" indent="0" algn="ctr">
              <a:lnSpc>
                <a:spcPct val="100000"/>
              </a:lnSpc>
              <a:spcBef>
                <a:spcPts val="1000"/>
              </a:spcBef>
              <a:buNone/>
              <a:defRPr sz="2000" b="1" cap="all" spc="200" baseline="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2843784" y="3127248"/>
            <a:ext cx="2029968" cy="2514600"/>
          </a:xfrm>
          <a:solidFill>
            <a:schemeClr val="accent5">
              <a:alpha val="30000"/>
            </a:schemeClr>
          </a:solidFill>
          <a:ln>
            <a:solidFill>
              <a:schemeClr val="tx1"/>
            </a:solidFill>
          </a:ln>
        </p:spPr>
        <p:txBody>
          <a:bodyPr tIns="182880" bIns="91440"/>
          <a:lstStyle>
            <a:lvl1pPr marL="0" indent="0">
              <a:lnSpc>
                <a:spcPct val="100000"/>
              </a:lnSpc>
              <a:spcBef>
                <a:spcPts val="0"/>
              </a:spcBef>
              <a:buNone/>
              <a:defRPr sz="1600" spc="100" baseline="0"/>
            </a:lvl1pPr>
            <a:lvl2pPr marL="228600">
              <a:lnSpc>
                <a:spcPct val="100000"/>
              </a:lnSpc>
              <a:spcBef>
                <a:spcPts val="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p:txBody>
      </p:sp>
      <p:sp>
        <p:nvSpPr>
          <p:cNvPr id="7" name="Text Placeholder 4">
            <a:extLst>
              <a:ext uri="{FF2B5EF4-FFF2-40B4-BE49-F238E27FC236}">
                <a16:creationId xmlns:a16="http://schemas.microsoft.com/office/drawing/2014/main" id="{9A48939F-0CF9-9CBD-F606-7A4850B910A1}"/>
              </a:ext>
            </a:extLst>
          </p:cNvPr>
          <p:cNvSpPr>
            <a:spLocks noGrp="1"/>
          </p:cNvSpPr>
          <p:nvPr>
            <p:ph type="body" sz="quarter" idx="13"/>
          </p:nvPr>
        </p:nvSpPr>
        <p:spPr>
          <a:xfrm>
            <a:off x="5084064" y="2438400"/>
            <a:ext cx="2029968" cy="530352"/>
          </a:xfrm>
          <a:solidFill>
            <a:schemeClr val="tx1"/>
          </a:solidFill>
        </p:spPr>
        <p:txBody>
          <a:bodyPr anchor="ctr"/>
          <a:lstStyle>
            <a:lvl1pPr marL="0" indent="0" algn="ctr">
              <a:lnSpc>
                <a:spcPct val="100000"/>
              </a:lnSpc>
              <a:spcBef>
                <a:spcPts val="1000"/>
              </a:spcBef>
              <a:buNone/>
              <a:defRPr sz="2000" b="1" cap="all" spc="200" baseline="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a:extLst>
              <a:ext uri="{FF2B5EF4-FFF2-40B4-BE49-F238E27FC236}">
                <a16:creationId xmlns:a16="http://schemas.microsoft.com/office/drawing/2014/main" id="{693BC756-2B97-9751-B879-03B6F1C405C3}"/>
              </a:ext>
            </a:extLst>
          </p:cNvPr>
          <p:cNvSpPr>
            <a:spLocks noGrp="1"/>
          </p:cNvSpPr>
          <p:nvPr>
            <p:ph sz="quarter" idx="14"/>
          </p:nvPr>
        </p:nvSpPr>
        <p:spPr>
          <a:xfrm>
            <a:off x="5084064" y="3127248"/>
            <a:ext cx="2029968" cy="2514600"/>
          </a:xfrm>
          <a:solidFill>
            <a:schemeClr val="accent4">
              <a:lumMod val="20000"/>
              <a:lumOff val="80000"/>
              <a:alpha val="50000"/>
            </a:schemeClr>
          </a:solidFill>
          <a:ln>
            <a:solidFill>
              <a:schemeClr val="tx1"/>
            </a:solidFill>
          </a:ln>
        </p:spPr>
        <p:txBody>
          <a:bodyPr tIns="182880" bIns="91440"/>
          <a:lstStyle>
            <a:lvl1pPr marL="0" indent="0">
              <a:lnSpc>
                <a:spcPct val="100000"/>
              </a:lnSpc>
              <a:spcBef>
                <a:spcPts val="0"/>
              </a:spcBef>
              <a:buNone/>
              <a:defRPr sz="1600" spc="100" baseline="0"/>
            </a:lvl1pPr>
            <a:lvl2pPr marL="228600">
              <a:lnSpc>
                <a:spcPct val="100000"/>
              </a:lnSpc>
              <a:spcBef>
                <a:spcPts val="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p:txBody>
      </p:sp>
      <p:sp>
        <p:nvSpPr>
          <p:cNvPr id="20" name="Text Placeholder 4">
            <a:extLst>
              <a:ext uri="{FF2B5EF4-FFF2-40B4-BE49-F238E27FC236}">
                <a16:creationId xmlns:a16="http://schemas.microsoft.com/office/drawing/2014/main" id="{843F725B-A33F-7FB2-E5C4-96EA154660E9}"/>
              </a:ext>
            </a:extLst>
          </p:cNvPr>
          <p:cNvSpPr>
            <a:spLocks noGrp="1"/>
          </p:cNvSpPr>
          <p:nvPr>
            <p:ph type="body" sz="quarter" idx="15"/>
          </p:nvPr>
        </p:nvSpPr>
        <p:spPr>
          <a:xfrm>
            <a:off x="7315200" y="2438400"/>
            <a:ext cx="2029968" cy="530352"/>
          </a:xfrm>
          <a:solidFill>
            <a:schemeClr val="tx1"/>
          </a:solidFill>
        </p:spPr>
        <p:txBody>
          <a:bodyPr anchor="ctr"/>
          <a:lstStyle>
            <a:lvl1pPr marL="0" indent="0" algn="ctr">
              <a:lnSpc>
                <a:spcPct val="100000"/>
              </a:lnSpc>
              <a:spcBef>
                <a:spcPts val="1000"/>
              </a:spcBef>
              <a:buNone/>
              <a:defRPr sz="2000" b="1" cap="all" spc="200" baseline="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1" name="Content Placeholder 5">
            <a:extLst>
              <a:ext uri="{FF2B5EF4-FFF2-40B4-BE49-F238E27FC236}">
                <a16:creationId xmlns:a16="http://schemas.microsoft.com/office/drawing/2014/main" id="{D9DD0DA7-5A1E-5312-178F-13561EF7C233}"/>
              </a:ext>
            </a:extLst>
          </p:cNvPr>
          <p:cNvSpPr>
            <a:spLocks noGrp="1"/>
          </p:cNvSpPr>
          <p:nvPr>
            <p:ph sz="quarter" idx="16"/>
          </p:nvPr>
        </p:nvSpPr>
        <p:spPr>
          <a:xfrm>
            <a:off x="7315200" y="3127248"/>
            <a:ext cx="2029968" cy="2514600"/>
          </a:xfrm>
          <a:solidFill>
            <a:schemeClr val="accent1">
              <a:alpha val="50000"/>
            </a:schemeClr>
          </a:solidFill>
          <a:ln>
            <a:solidFill>
              <a:schemeClr val="tx1"/>
            </a:solidFill>
          </a:ln>
        </p:spPr>
        <p:txBody>
          <a:bodyPr tIns="182880" bIns="91440"/>
          <a:lstStyle>
            <a:lvl1pPr marL="0" indent="0">
              <a:lnSpc>
                <a:spcPct val="100000"/>
              </a:lnSpc>
              <a:spcBef>
                <a:spcPts val="0"/>
              </a:spcBef>
              <a:buNone/>
              <a:defRPr sz="1600" spc="100" baseline="0"/>
            </a:lvl1pPr>
            <a:lvl2pPr marL="228600">
              <a:lnSpc>
                <a:spcPct val="100000"/>
              </a:lnSpc>
              <a:spcBef>
                <a:spcPts val="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p:txBody>
      </p:sp>
      <p:sp>
        <p:nvSpPr>
          <p:cNvPr id="22" name="Text Placeholder 4">
            <a:extLst>
              <a:ext uri="{FF2B5EF4-FFF2-40B4-BE49-F238E27FC236}">
                <a16:creationId xmlns:a16="http://schemas.microsoft.com/office/drawing/2014/main" id="{5FBC3880-98AC-466C-7AD1-FDC8B3958705}"/>
              </a:ext>
            </a:extLst>
          </p:cNvPr>
          <p:cNvSpPr>
            <a:spLocks noGrp="1"/>
          </p:cNvSpPr>
          <p:nvPr>
            <p:ph type="body" sz="quarter" idx="17"/>
          </p:nvPr>
        </p:nvSpPr>
        <p:spPr>
          <a:xfrm>
            <a:off x="9546336" y="2438400"/>
            <a:ext cx="2029968" cy="530352"/>
          </a:xfrm>
          <a:solidFill>
            <a:schemeClr val="tx1"/>
          </a:solidFill>
        </p:spPr>
        <p:txBody>
          <a:bodyPr anchor="ctr"/>
          <a:lstStyle>
            <a:lvl1pPr marL="0" indent="0" algn="ctr">
              <a:lnSpc>
                <a:spcPct val="100000"/>
              </a:lnSpc>
              <a:spcBef>
                <a:spcPts val="1000"/>
              </a:spcBef>
              <a:buNone/>
              <a:defRPr sz="2000" b="1" cap="all" spc="200" baseline="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Content Placeholder 5">
            <a:extLst>
              <a:ext uri="{FF2B5EF4-FFF2-40B4-BE49-F238E27FC236}">
                <a16:creationId xmlns:a16="http://schemas.microsoft.com/office/drawing/2014/main" id="{24965100-8EF5-0264-CEE5-BD5BF1901635}"/>
              </a:ext>
            </a:extLst>
          </p:cNvPr>
          <p:cNvSpPr>
            <a:spLocks noGrp="1"/>
          </p:cNvSpPr>
          <p:nvPr>
            <p:ph sz="quarter" idx="18"/>
          </p:nvPr>
        </p:nvSpPr>
        <p:spPr>
          <a:xfrm>
            <a:off x="9546336" y="3127248"/>
            <a:ext cx="2029968" cy="2514600"/>
          </a:xfrm>
          <a:solidFill>
            <a:schemeClr val="accent4">
              <a:lumMod val="20000"/>
              <a:lumOff val="80000"/>
              <a:alpha val="50000"/>
            </a:schemeClr>
          </a:solidFill>
          <a:ln>
            <a:solidFill>
              <a:schemeClr val="tx1"/>
            </a:solidFill>
          </a:ln>
        </p:spPr>
        <p:txBody>
          <a:bodyPr tIns="182880" bIns="91440"/>
          <a:lstStyle>
            <a:lvl1pPr marL="0" indent="0">
              <a:lnSpc>
                <a:spcPct val="100000"/>
              </a:lnSpc>
              <a:spcBef>
                <a:spcPts val="0"/>
              </a:spcBef>
              <a:buNone/>
              <a:defRPr sz="1600" spc="100" baseline="0"/>
            </a:lvl1pPr>
            <a:lvl2pPr marL="228600">
              <a:lnSpc>
                <a:spcPct val="100000"/>
              </a:lnSpc>
              <a:spcBef>
                <a:spcPts val="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10" name="Straight Connector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8786538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meli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0CC3D06-2435-B655-8AA5-11CCBBEF19D4}"/>
              </a:ext>
            </a:extLst>
          </p:cNvPr>
          <p:cNvPicPr>
            <a:picLocks noChangeAspect="1"/>
          </p:cNvPicPr>
          <p:nvPr userDrawn="1"/>
        </p:nvPicPr>
        <p:blipFill>
          <a:blip r:embed="rId2"/>
          <a:stretch>
            <a:fillRect/>
          </a:stretch>
        </p:blipFill>
        <p:spPr>
          <a:xfrm>
            <a:off x="8762234" y="0"/>
            <a:ext cx="3429766" cy="6821424"/>
          </a:xfrm>
          <a:prstGeom prst="rect">
            <a:avLst/>
          </a:prstGeom>
        </p:spPr>
      </p:pic>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
        <p:nvSpPr>
          <p:cNvPr id="34" name="Text Placeholder 33">
            <a:extLst>
              <a:ext uri="{FF2B5EF4-FFF2-40B4-BE49-F238E27FC236}">
                <a16:creationId xmlns:a16="http://schemas.microsoft.com/office/drawing/2014/main" id="{5D1E9421-BC85-99CB-EB40-1863FA622747}"/>
              </a:ext>
            </a:extLst>
          </p:cNvPr>
          <p:cNvSpPr>
            <a:spLocks noGrp="1"/>
          </p:cNvSpPr>
          <p:nvPr>
            <p:ph type="body" sz="quarter" idx="13" hasCustomPrompt="1"/>
          </p:nvPr>
        </p:nvSpPr>
        <p:spPr>
          <a:xfrm rot="16200000">
            <a:off x="-25907" y="3072704"/>
            <a:ext cx="1783080" cy="512064"/>
          </a:xfrm>
          <a:solidFill>
            <a:schemeClr val="accent1"/>
          </a:solidFill>
        </p:spPr>
        <p:txBody>
          <a:bodyPr anchor="ctr"/>
          <a:lstStyle>
            <a:lvl1pPr marL="0" indent="0" algn="ctr">
              <a:lnSpc>
                <a:spcPct val="100000"/>
              </a:lnSpc>
              <a:spcBef>
                <a:spcPts val="0"/>
              </a:spcBef>
              <a:buNone/>
              <a:defRPr sz="2000" b="1" cap="all" spc="200" baseline="0"/>
            </a:lvl1pPr>
          </a:lstStyle>
          <a:p>
            <a:pPr lvl="0"/>
            <a:r>
              <a:rPr lang="en-US" dirty="0"/>
              <a:t>MMM YYYY</a:t>
            </a:r>
          </a:p>
        </p:txBody>
      </p:sp>
      <p:sp>
        <p:nvSpPr>
          <p:cNvPr id="41" name="Text Placeholder 40">
            <a:extLst>
              <a:ext uri="{FF2B5EF4-FFF2-40B4-BE49-F238E27FC236}">
                <a16:creationId xmlns:a16="http://schemas.microsoft.com/office/drawing/2014/main" id="{47BABAF8-5220-1E24-CE43-927FCCA269AE}"/>
              </a:ext>
            </a:extLst>
          </p:cNvPr>
          <p:cNvSpPr>
            <a:spLocks noGrp="1"/>
          </p:cNvSpPr>
          <p:nvPr>
            <p:ph type="body" sz="quarter" idx="18"/>
          </p:nvPr>
        </p:nvSpPr>
        <p:spPr>
          <a:xfrm>
            <a:off x="1146218" y="2432434"/>
            <a:ext cx="1644986" cy="1783080"/>
          </a:xfrm>
        </p:spPr>
        <p:txBody>
          <a:bodyPr lIns="91440" tIns="0" rIns="0" bIns="0" anchor="ctr"/>
          <a:lstStyle>
            <a:lvl1pPr marL="0" indent="0">
              <a:lnSpc>
                <a:spcPct val="100000"/>
              </a:lnSpc>
              <a:spcBef>
                <a:spcPts val="0"/>
              </a:spcBef>
              <a:buNone/>
              <a:defRPr sz="1600" spc="100" baseline="0"/>
            </a:lvl1pPr>
          </a:lstStyle>
          <a:p>
            <a:pPr lvl="0"/>
            <a:r>
              <a:rPr lang="en-US"/>
              <a:t>Click to edit Master text styles</a:t>
            </a:r>
          </a:p>
        </p:txBody>
      </p:sp>
      <p:sp>
        <p:nvSpPr>
          <p:cNvPr id="38" name="Text Placeholder 33">
            <a:extLst>
              <a:ext uri="{FF2B5EF4-FFF2-40B4-BE49-F238E27FC236}">
                <a16:creationId xmlns:a16="http://schemas.microsoft.com/office/drawing/2014/main" id="{F1D095F8-4552-1F88-C37B-99775B68ACCE}"/>
              </a:ext>
            </a:extLst>
          </p:cNvPr>
          <p:cNvSpPr>
            <a:spLocks noGrp="1"/>
          </p:cNvSpPr>
          <p:nvPr>
            <p:ph type="body" sz="quarter" idx="16" hasCustomPrompt="1"/>
          </p:nvPr>
        </p:nvSpPr>
        <p:spPr>
          <a:xfrm rot="16200000">
            <a:off x="2196136" y="4517644"/>
            <a:ext cx="1783080" cy="512064"/>
          </a:xfrm>
          <a:solidFill>
            <a:schemeClr val="accent2"/>
          </a:solidFill>
        </p:spPr>
        <p:txBody>
          <a:bodyPr anchor="ctr"/>
          <a:lstStyle>
            <a:lvl1pPr marL="0" indent="0" algn="ctr">
              <a:lnSpc>
                <a:spcPct val="100000"/>
              </a:lnSpc>
              <a:spcBef>
                <a:spcPts val="0"/>
              </a:spcBef>
              <a:buNone/>
              <a:defRPr sz="2000" b="1" cap="all" spc="200" baseline="0"/>
            </a:lvl1pPr>
          </a:lstStyle>
          <a:p>
            <a:pPr lvl="0"/>
            <a:r>
              <a:rPr lang="en-US" dirty="0"/>
              <a:t>MMM YYYY</a:t>
            </a:r>
          </a:p>
        </p:txBody>
      </p:sp>
      <p:sp>
        <p:nvSpPr>
          <p:cNvPr id="48" name="Text Placeholder 40">
            <a:extLst>
              <a:ext uri="{FF2B5EF4-FFF2-40B4-BE49-F238E27FC236}">
                <a16:creationId xmlns:a16="http://schemas.microsoft.com/office/drawing/2014/main" id="{4C4BFA3E-7B57-DCDD-4EA6-16C64A3756BF}"/>
              </a:ext>
            </a:extLst>
          </p:cNvPr>
          <p:cNvSpPr>
            <a:spLocks noGrp="1"/>
          </p:cNvSpPr>
          <p:nvPr>
            <p:ph type="body" sz="quarter" idx="22"/>
          </p:nvPr>
        </p:nvSpPr>
        <p:spPr>
          <a:xfrm>
            <a:off x="3383307" y="3882136"/>
            <a:ext cx="1644986" cy="1783080"/>
          </a:xfrm>
        </p:spPr>
        <p:txBody>
          <a:bodyPr lIns="91440" tIns="0" rIns="0" bIns="0" anchor="ctr"/>
          <a:lstStyle>
            <a:lvl1pPr marL="0" indent="0">
              <a:lnSpc>
                <a:spcPct val="100000"/>
              </a:lnSpc>
              <a:spcBef>
                <a:spcPts val="0"/>
              </a:spcBef>
              <a:buNone/>
              <a:defRPr sz="1600" spc="100" baseline="0"/>
            </a:lvl1pPr>
          </a:lstStyle>
          <a:p>
            <a:pPr lvl="0"/>
            <a:r>
              <a:rPr lang="en-US"/>
              <a:t>Click to edit Master text styles</a:t>
            </a:r>
          </a:p>
        </p:txBody>
      </p:sp>
      <p:sp>
        <p:nvSpPr>
          <p:cNvPr id="35" name="Text Placeholder 33">
            <a:extLst>
              <a:ext uri="{FF2B5EF4-FFF2-40B4-BE49-F238E27FC236}">
                <a16:creationId xmlns:a16="http://schemas.microsoft.com/office/drawing/2014/main" id="{C65BF0DD-74C0-E055-CCAC-600751F51727}"/>
              </a:ext>
            </a:extLst>
          </p:cNvPr>
          <p:cNvSpPr>
            <a:spLocks noGrp="1"/>
          </p:cNvSpPr>
          <p:nvPr>
            <p:ph type="body" sz="quarter" idx="14" hasCustomPrompt="1"/>
          </p:nvPr>
        </p:nvSpPr>
        <p:spPr>
          <a:xfrm rot="16200000">
            <a:off x="4418179" y="3067943"/>
            <a:ext cx="1783080" cy="512064"/>
          </a:xfrm>
          <a:solidFill>
            <a:schemeClr val="accent3"/>
          </a:solidFill>
        </p:spPr>
        <p:txBody>
          <a:bodyPr anchor="ctr"/>
          <a:lstStyle>
            <a:lvl1pPr marL="0" indent="0" algn="ctr">
              <a:lnSpc>
                <a:spcPct val="100000"/>
              </a:lnSpc>
              <a:spcBef>
                <a:spcPts val="0"/>
              </a:spcBef>
              <a:buNone/>
              <a:defRPr sz="2000" b="1" cap="all" spc="200" baseline="0"/>
            </a:lvl1pPr>
          </a:lstStyle>
          <a:p>
            <a:pPr lvl="0"/>
            <a:r>
              <a:rPr lang="en-US" dirty="0"/>
              <a:t>MMM YYYY</a:t>
            </a:r>
          </a:p>
        </p:txBody>
      </p:sp>
      <p:sp>
        <p:nvSpPr>
          <p:cNvPr id="44" name="Text Placeholder 40">
            <a:extLst>
              <a:ext uri="{FF2B5EF4-FFF2-40B4-BE49-F238E27FC236}">
                <a16:creationId xmlns:a16="http://schemas.microsoft.com/office/drawing/2014/main" id="{25927394-D1A0-C084-C689-F7A4EEE924CB}"/>
              </a:ext>
            </a:extLst>
          </p:cNvPr>
          <p:cNvSpPr>
            <a:spLocks noGrp="1"/>
          </p:cNvSpPr>
          <p:nvPr>
            <p:ph type="body" sz="quarter" idx="19"/>
          </p:nvPr>
        </p:nvSpPr>
        <p:spPr>
          <a:xfrm>
            <a:off x="5589586" y="2432435"/>
            <a:ext cx="1644986" cy="1783080"/>
          </a:xfrm>
        </p:spPr>
        <p:txBody>
          <a:bodyPr lIns="91440" tIns="0" rIns="0" bIns="0" anchor="ctr"/>
          <a:lstStyle>
            <a:lvl1pPr marL="0" indent="0">
              <a:lnSpc>
                <a:spcPct val="100000"/>
              </a:lnSpc>
              <a:spcBef>
                <a:spcPts val="0"/>
              </a:spcBef>
              <a:buNone/>
              <a:defRPr sz="1600" spc="100" baseline="0"/>
            </a:lvl1pPr>
          </a:lstStyle>
          <a:p>
            <a:pPr lvl="0"/>
            <a:r>
              <a:rPr lang="en-US"/>
              <a:t>Click to edit Master text styles</a:t>
            </a:r>
          </a:p>
        </p:txBody>
      </p:sp>
      <p:sp>
        <p:nvSpPr>
          <p:cNvPr id="39" name="Text Placeholder 33">
            <a:extLst>
              <a:ext uri="{FF2B5EF4-FFF2-40B4-BE49-F238E27FC236}">
                <a16:creationId xmlns:a16="http://schemas.microsoft.com/office/drawing/2014/main" id="{08F0F1F2-0D4E-95EA-349B-D734163FD55B}"/>
              </a:ext>
            </a:extLst>
          </p:cNvPr>
          <p:cNvSpPr>
            <a:spLocks noGrp="1"/>
          </p:cNvSpPr>
          <p:nvPr>
            <p:ph type="body" sz="quarter" idx="17" hasCustomPrompt="1"/>
          </p:nvPr>
        </p:nvSpPr>
        <p:spPr>
          <a:xfrm rot="16200000">
            <a:off x="6640222" y="4517644"/>
            <a:ext cx="1783080" cy="512064"/>
          </a:xfrm>
          <a:solidFill>
            <a:schemeClr val="accent4"/>
          </a:solidFill>
        </p:spPr>
        <p:txBody>
          <a:bodyPr anchor="ctr"/>
          <a:lstStyle>
            <a:lvl1pPr marL="0" indent="0" algn="ctr">
              <a:lnSpc>
                <a:spcPct val="100000"/>
              </a:lnSpc>
              <a:spcBef>
                <a:spcPts val="0"/>
              </a:spcBef>
              <a:buNone/>
              <a:defRPr sz="2000" b="1" cap="all" spc="200" baseline="0"/>
            </a:lvl1pPr>
          </a:lstStyle>
          <a:p>
            <a:pPr lvl="0"/>
            <a:r>
              <a:rPr lang="en-US" dirty="0"/>
              <a:t>MMM YYYY</a:t>
            </a:r>
          </a:p>
        </p:txBody>
      </p:sp>
      <p:sp>
        <p:nvSpPr>
          <p:cNvPr id="46" name="Text Placeholder 40">
            <a:extLst>
              <a:ext uri="{FF2B5EF4-FFF2-40B4-BE49-F238E27FC236}">
                <a16:creationId xmlns:a16="http://schemas.microsoft.com/office/drawing/2014/main" id="{B322E7EB-0174-5A8C-5BE3-F501B5670FAD}"/>
              </a:ext>
            </a:extLst>
          </p:cNvPr>
          <p:cNvSpPr>
            <a:spLocks noGrp="1"/>
          </p:cNvSpPr>
          <p:nvPr>
            <p:ph type="body" sz="quarter" idx="21"/>
          </p:nvPr>
        </p:nvSpPr>
        <p:spPr>
          <a:xfrm>
            <a:off x="7827392" y="3882136"/>
            <a:ext cx="1644986" cy="1783080"/>
          </a:xfrm>
        </p:spPr>
        <p:txBody>
          <a:bodyPr lIns="91440" tIns="0" rIns="0" bIns="0" anchor="ctr"/>
          <a:lstStyle>
            <a:lvl1pPr marL="0" indent="0">
              <a:lnSpc>
                <a:spcPct val="100000"/>
              </a:lnSpc>
              <a:spcBef>
                <a:spcPts val="0"/>
              </a:spcBef>
              <a:buNone/>
              <a:defRPr sz="1600" spc="100" baseline="0"/>
            </a:lvl1pPr>
          </a:lstStyle>
          <a:p>
            <a:pPr lvl="0"/>
            <a:r>
              <a:rPr lang="en-US"/>
              <a:t>Click to edit Master text styles</a:t>
            </a:r>
          </a:p>
        </p:txBody>
      </p:sp>
      <p:sp>
        <p:nvSpPr>
          <p:cNvPr id="36" name="Text Placeholder 33">
            <a:extLst>
              <a:ext uri="{FF2B5EF4-FFF2-40B4-BE49-F238E27FC236}">
                <a16:creationId xmlns:a16="http://schemas.microsoft.com/office/drawing/2014/main" id="{36C15449-A445-41A6-EAD9-37446450CC14}"/>
              </a:ext>
            </a:extLst>
          </p:cNvPr>
          <p:cNvSpPr>
            <a:spLocks noGrp="1"/>
          </p:cNvSpPr>
          <p:nvPr>
            <p:ph type="body" sz="quarter" idx="15" hasCustomPrompt="1"/>
          </p:nvPr>
        </p:nvSpPr>
        <p:spPr>
          <a:xfrm rot="16200000">
            <a:off x="8862264" y="3072704"/>
            <a:ext cx="1783080" cy="512064"/>
          </a:xfrm>
          <a:solidFill>
            <a:schemeClr val="accent5"/>
          </a:solidFill>
        </p:spPr>
        <p:txBody>
          <a:bodyPr anchor="ctr"/>
          <a:lstStyle>
            <a:lvl1pPr marL="0" indent="0" algn="ctr">
              <a:lnSpc>
                <a:spcPct val="100000"/>
              </a:lnSpc>
              <a:spcBef>
                <a:spcPts val="0"/>
              </a:spcBef>
              <a:buNone/>
              <a:defRPr sz="2000" b="1" cap="all" spc="200" baseline="0"/>
            </a:lvl1pPr>
          </a:lstStyle>
          <a:p>
            <a:pPr lvl="0"/>
            <a:r>
              <a:rPr lang="en-US" dirty="0"/>
              <a:t>MMM YYYY</a:t>
            </a:r>
          </a:p>
        </p:txBody>
      </p:sp>
      <p:sp>
        <p:nvSpPr>
          <p:cNvPr id="45" name="Text Placeholder 40">
            <a:extLst>
              <a:ext uri="{FF2B5EF4-FFF2-40B4-BE49-F238E27FC236}">
                <a16:creationId xmlns:a16="http://schemas.microsoft.com/office/drawing/2014/main" id="{E6B7327B-EA3B-790D-AB08-0ED1D2FB401B}"/>
              </a:ext>
            </a:extLst>
          </p:cNvPr>
          <p:cNvSpPr>
            <a:spLocks noGrp="1"/>
          </p:cNvSpPr>
          <p:nvPr>
            <p:ph type="body" sz="quarter" idx="20"/>
          </p:nvPr>
        </p:nvSpPr>
        <p:spPr>
          <a:xfrm>
            <a:off x="10035230" y="2437196"/>
            <a:ext cx="1796654" cy="1783080"/>
          </a:xfrm>
        </p:spPr>
        <p:txBody>
          <a:bodyPr lIns="91440" tIns="0" rIns="0" bIns="0" anchor="ctr"/>
          <a:lstStyle>
            <a:lvl1pPr marL="0" indent="0">
              <a:lnSpc>
                <a:spcPct val="100000"/>
              </a:lnSpc>
              <a:spcBef>
                <a:spcPts val="0"/>
              </a:spcBef>
              <a:buNone/>
              <a:defRPr sz="1600" spc="100" baseline="0"/>
            </a:lvl1pPr>
          </a:lstStyle>
          <a:p>
            <a:pPr lvl="0"/>
            <a:r>
              <a:rPr lang="en-US"/>
              <a:t>Click to edit Master text styles</a:t>
            </a:r>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10" name="Straight Connector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221201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Two Content">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9070F102-837A-486A-0CD4-E957B66B872C}"/>
              </a:ext>
            </a:extLst>
          </p:cNvPr>
          <p:cNvPicPr>
            <a:picLocks noChangeAspect="1"/>
          </p:cNvPicPr>
          <p:nvPr userDrawn="1"/>
        </p:nvPicPr>
        <p:blipFill>
          <a:blip r:embed="rId2"/>
          <a:stretch>
            <a:fillRect/>
          </a:stretch>
        </p:blipFill>
        <p:spPr>
          <a:xfrm>
            <a:off x="0" y="3931920"/>
            <a:ext cx="5470497" cy="2926080"/>
          </a:xfrm>
          <a:prstGeom prst="rect">
            <a:avLst/>
          </a:prstGeom>
        </p:spPr>
      </p:pic>
      <p:pic>
        <p:nvPicPr>
          <p:cNvPr id="16" name="Picture 15">
            <a:extLst>
              <a:ext uri="{FF2B5EF4-FFF2-40B4-BE49-F238E27FC236}">
                <a16:creationId xmlns:a16="http://schemas.microsoft.com/office/drawing/2014/main" id="{519FAF77-1797-C11F-A1A9-B351E30B37C2}"/>
              </a:ext>
            </a:extLst>
          </p:cNvPr>
          <p:cNvPicPr>
            <a:picLocks noChangeAspect="1"/>
          </p:cNvPicPr>
          <p:nvPr userDrawn="1"/>
        </p:nvPicPr>
        <p:blipFill>
          <a:blip r:embed="rId3"/>
          <a:stretch>
            <a:fillRect/>
          </a:stretch>
        </p:blipFill>
        <p:spPr>
          <a:xfrm>
            <a:off x="7208215" y="0"/>
            <a:ext cx="4983785" cy="2276856"/>
          </a:xfrm>
          <a:prstGeom prst="rect">
            <a:avLst/>
          </a:prstGeom>
        </p:spPr>
      </p:pic>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612648" y="2438400"/>
            <a:ext cx="5157787" cy="365760"/>
          </a:xfrm>
        </p:spPr>
        <p:txBody>
          <a:bodyPr anchor="t"/>
          <a:lstStyle>
            <a:lvl1pPr marL="0" indent="0">
              <a:lnSpc>
                <a:spcPct val="100000"/>
              </a:lnSpc>
              <a:spcBef>
                <a:spcPts val="1000"/>
              </a:spcBef>
              <a:buNone/>
              <a:defRPr sz="2000" b="1" cap="all" spc="200"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612648" y="2871216"/>
            <a:ext cx="5157787" cy="3247462"/>
          </a:xfrm>
        </p:spPr>
        <p:txBody>
          <a:bodyPr/>
          <a:lstStyle>
            <a:lvl1pPr>
              <a:lnSpc>
                <a:spcPct val="100000"/>
              </a:lnSpc>
              <a:spcBef>
                <a:spcPts val="1000"/>
              </a:spcBef>
              <a:defRPr sz="1600" spc="100" baseline="0"/>
            </a:lvl1pPr>
            <a:lvl2pPr>
              <a:lnSpc>
                <a:spcPct val="100000"/>
              </a:lnSpc>
              <a:spcBef>
                <a:spcPts val="100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6400800" y="2438400"/>
            <a:ext cx="5183188" cy="365760"/>
          </a:xfrm>
        </p:spPr>
        <p:txBody>
          <a:bodyPr anchor="t"/>
          <a:lstStyle>
            <a:lvl1pPr marL="0" indent="0">
              <a:lnSpc>
                <a:spcPct val="100000"/>
              </a:lnSpc>
              <a:spcBef>
                <a:spcPts val="1000"/>
              </a:spcBef>
              <a:buNone/>
              <a:defRPr sz="2000" b="1" cap="all" spc="200"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6400800" y="2871216"/>
            <a:ext cx="5183188" cy="3247462"/>
          </a:xfrm>
        </p:spPr>
        <p:txBody>
          <a:bodyPr/>
          <a:lstStyle>
            <a:lvl1pPr>
              <a:lnSpc>
                <a:spcPct val="100000"/>
              </a:lnSpc>
              <a:spcBef>
                <a:spcPts val="1000"/>
              </a:spcBef>
              <a:defRPr sz="1600" spc="100" baseline="0"/>
            </a:lvl1pPr>
            <a:lvl2pPr>
              <a:lnSpc>
                <a:spcPct val="100000"/>
              </a:lnSpc>
              <a:spcBef>
                <a:spcPts val="100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10" name="Straight Connector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6246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Three Content">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E1E66A3-7FD1-08A5-8B20-36C5331DCF69}"/>
              </a:ext>
            </a:extLst>
          </p:cNvPr>
          <p:cNvPicPr>
            <a:picLocks noChangeAspect="1"/>
          </p:cNvPicPr>
          <p:nvPr userDrawn="1"/>
        </p:nvPicPr>
        <p:blipFill>
          <a:blip r:embed="rId2"/>
          <a:stretch>
            <a:fillRect/>
          </a:stretch>
        </p:blipFill>
        <p:spPr>
          <a:xfrm>
            <a:off x="6453650" y="4014216"/>
            <a:ext cx="5738350" cy="2843784"/>
          </a:xfrm>
          <a:prstGeom prst="rect">
            <a:avLst/>
          </a:prstGeom>
        </p:spPr>
      </p:pic>
      <p:pic>
        <p:nvPicPr>
          <p:cNvPr id="14" name="Picture 13">
            <a:extLst>
              <a:ext uri="{FF2B5EF4-FFF2-40B4-BE49-F238E27FC236}">
                <a16:creationId xmlns:a16="http://schemas.microsoft.com/office/drawing/2014/main" id="{4464B067-71A6-CB30-BD46-5499FAAE00F9}"/>
              </a:ext>
            </a:extLst>
          </p:cNvPr>
          <p:cNvPicPr>
            <a:picLocks noChangeAspect="1"/>
          </p:cNvPicPr>
          <p:nvPr userDrawn="1"/>
        </p:nvPicPr>
        <p:blipFill>
          <a:blip r:embed="rId3"/>
          <a:stretch>
            <a:fillRect/>
          </a:stretch>
        </p:blipFill>
        <p:spPr>
          <a:xfrm>
            <a:off x="0" y="0"/>
            <a:ext cx="5458968" cy="2919913"/>
          </a:xfrm>
          <a:prstGeom prst="rect">
            <a:avLst/>
          </a:prstGeom>
        </p:spPr>
      </p:pic>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612648" y="2438400"/>
            <a:ext cx="3419856" cy="365760"/>
          </a:xfrm>
        </p:spPr>
        <p:txBody>
          <a:bodyPr anchor="t"/>
          <a:lstStyle>
            <a:lvl1pPr marL="0" indent="0">
              <a:lnSpc>
                <a:spcPct val="100000"/>
              </a:lnSpc>
              <a:spcBef>
                <a:spcPts val="1000"/>
              </a:spcBef>
              <a:buNone/>
              <a:defRPr sz="2000" b="1" cap="all" spc="200"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612648" y="2871216"/>
            <a:ext cx="3419856" cy="2925554"/>
          </a:xfrm>
        </p:spPr>
        <p:txBody>
          <a:bodyPr/>
          <a:lstStyle>
            <a:lvl1pPr>
              <a:lnSpc>
                <a:spcPct val="100000"/>
              </a:lnSpc>
              <a:spcBef>
                <a:spcPts val="1000"/>
              </a:spcBef>
              <a:defRPr sz="1600" spc="100" baseline="0"/>
            </a:lvl1pPr>
            <a:lvl2pPr>
              <a:lnSpc>
                <a:spcPct val="100000"/>
              </a:lnSpc>
              <a:spcBef>
                <a:spcPts val="100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4407408" y="2438400"/>
            <a:ext cx="3419856" cy="365760"/>
          </a:xfrm>
        </p:spPr>
        <p:txBody>
          <a:bodyPr anchor="t"/>
          <a:lstStyle>
            <a:lvl1pPr marL="0" indent="0">
              <a:lnSpc>
                <a:spcPct val="100000"/>
              </a:lnSpc>
              <a:spcBef>
                <a:spcPts val="1000"/>
              </a:spcBef>
              <a:buNone/>
              <a:defRPr sz="2000" b="1" cap="all" spc="200"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4407408" y="2871216"/>
            <a:ext cx="3419856" cy="2925554"/>
          </a:xfrm>
        </p:spPr>
        <p:txBody>
          <a:bodyPr/>
          <a:lstStyle>
            <a:lvl1pPr>
              <a:lnSpc>
                <a:spcPct val="100000"/>
              </a:lnSpc>
              <a:spcBef>
                <a:spcPts val="1000"/>
              </a:spcBef>
              <a:defRPr sz="1600" spc="100" baseline="0"/>
            </a:lvl1pPr>
            <a:lvl2pPr>
              <a:lnSpc>
                <a:spcPct val="100000"/>
              </a:lnSpc>
              <a:spcBef>
                <a:spcPts val="100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4">
            <a:extLst>
              <a:ext uri="{FF2B5EF4-FFF2-40B4-BE49-F238E27FC236}">
                <a16:creationId xmlns:a16="http://schemas.microsoft.com/office/drawing/2014/main" id="{9A48939F-0CF9-9CBD-F606-7A4850B910A1}"/>
              </a:ext>
            </a:extLst>
          </p:cNvPr>
          <p:cNvSpPr>
            <a:spLocks noGrp="1"/>
          </p:cNvSpPr>
          <p:nvPr>
            <p:ph type="body" sz="quarter" idx="13"/>
          </p:nvPr>
        </p:nvSpPr>
        <p:spPr>
          <a:xfrm>
            <a:off x="8183880" y="2438400"/>
            <a:ext cx="3419856" cy="365760"/>
          </a:xfrm>
        </p:spPr>
        <p:txBody>
          <a:bodyPr anchor="t"/>
          <a:lstStyle>
            <a:lvl1pPr marL="0" indent="0">
              <a:lnSpc>
                <a:spcPct val="100000"/>
              </a:lnSpc>
              <a:spcBef>
                <a:spcPts val="1000"/>
              </a:spcBef>
              <a:buNone/>
              <a:defRPr sz="2000" b="1" cap="all" spc="200"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a:extLst>
              <a:ext uri="{FF2B5EF4-FFF2-40B4-BE49-F238E27FC236}">
                <a16:creationId xmlns:a16="http://schemas.microsoft.com/office/drawing/2014/main" id="{693BC756-2B97-9751-B879-03B6F1C405C3}"/>
              </a:ext>
            </a:extLst>
          </p:cNvPr>
          <p:cNvSpPr>
            <a:spLocks noGrp="1"/>
          </p:cNvSpPr>
          <p:nvPr>
            <p:ph sz="quarter" idx="14"/>
          </p:nvPr>
        </p:nvSpPr>
        <p:spPr>
          <a:xfrm>
            <a:off x="8183880" y="2871216"/>
            <a:ext cx="3419856" cy="2925554"/>
          </a:xfrm>
        </p:spPr>
        <p:txBody>
          <a:bodyPr/>
          <a:lstStyle>
            <a:lvl1pPr>
              <a:lnSpc>
                <a:spcPct val="100000"/>
              </a:lnSpc>
              <a:spcBef>
                <a:spcPts val="1000"/>
              </a:spcBef>
              <a:defRPr sz="1600" spc="100" baseline="0"/>
            </a:lvl1pPr>
            <a:lvl2pPr>
              <a:lnSpc>
                <a:spcPct val="100000"/>
              </a:lnSpc>
              <a:spcBef>
                <a:spcPts val="1000"/>
              </a:spcBef>
              <a:defRPr sz="1400" spc="100" baseline="0"/>
            </a:lvl2pPr>
            <a:lvl3pPr>
              <a:lnSpc>
                <a:spcPct val="100000"/>
              </a:lnSpc>
              <a:spcBef>
                <a:spcPts val="1000"/>
              </a:spcBef>
              <a:defRPr sz="1200" spc="100" baseline="0"/>
            </a:lvl3pPr>
            <a:lvl4pPr>
              <a:lnSpc>
                <a:spcPct val="100000"/>
              </a:lnSpc>
              <a:spcBef>
                <a:spcPts val="1000"/>
              </a:spcBef>
              <a:defRPr sz="1100" spc="100" baseline="0"/>
            </a:lvl4pPr>
            <a:lvl5pPr>
              <a:lnSpc>
                <a:spcPct val="100000"/>
              </a:lnSpc>
              <a:spcBef>
                <a:spcPts val="1000"/>
              </a:spcBef>
              <a:defRPr sz="11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10" name="Straight Connector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5492877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5F45936-2436-D9FD-A05D-F3C70F90FDCC}"/>
              </a:ext>
            </a:extLst>
          </p:cNvPr>
          <p:cNvPicPr>
            <a:picLocks noChangeAspect="1"/>
          </p:cNvPicPr>
          <p:nvPr userDrawn="1"/>
        </p:nvPicPr>
        <p:blipFill>
          <a:blip r:embed="rId2"/>
          <a:stretch>
            <a:fillRect/>
          </a:stretch>
        </p:blipFill>
        <p:spPr>
          <a:xfrm>
            <a:off x="0" y="3758530"/>
            <a:ext cx="4700016" cy="3099470"/>
          </a:xfrm>
          <a:prstGeom prst="rect">
            <a:avLst/>
          </a:prstGeom>
        </p:spPr>
      </p:pic>
      <p:pic>
        <p:nvPicPr>
          <p:cNvPr id="8" name="Picture 7">
            <a:extLst>
              <a:ext uri="{FF2B5EF4-FFF2-40B4-BE49-F238E27FC236}">
                <a16:creationId xmlns:a16="http://schemas.microsoft.com/office/drawing/2014/main" id="{0DF862D5-CF3B-E45B-934F-ACEF42B35BB4}"/>
              </a:ext>
            </a:extLst>
          </p:cNvPr>
          <p:cNvPicPr>
            <a:picLocks noChangeAspect="1"/>
          </p:cNvPicPr>
          <p:nvPr userDrawn="1"/>
        </p:nvPicPr>
        <p:blipFill>
          <a:blip r:embed="rId3"/>
          <a:stretch>
            <a:fillRect/>
          </a:stretch>
        </p:blipFill>
        <p:spPr>
          <a:xfrm>
            <a:off x="0" y="0"/>
            <a:ext cx="5148072" cy="3436275"/>
          </a:xfrm>
          <a:prstGeom prst="rect">
            <a:avLst/>
          </a:prstGeom>
        </p:spPr>
      </p:pic>
      <p:sp>
        <p:nvSpPr>
          <p:cNvPr id="12" name="Title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a:lstStyle>
            <a:lvl1pPr algn="r">
              <a:defRPr sz="4800" cap="all" spc="400" baseline="0"/>
            </a:lvl1pPr>
          </a:lstStyle>
          <a:p>
            <a:r>
              <a:rPr lang="en-US"/>
              <a:t>Click to edit Master title style</a:t>
            </a:r>
            <a:endParaRPr lang="en-US" dirty="0"/>
          </a:p>
        </p:txBody>
      </p:sp>
      <p:sp>
        <p:nvSpPr>
          <p:cNvPr id="14" name="Content Placeholder 13">
            <a:extLst>
              <a:ext uri="{FF2B5EF4-FFF2-40B4-BE49-F238E27FC236}">
                <a16:creationId xmlns:a16="http://schemas.microsoft.com/office/drawing/2014/main" id="{59AC38BE-9C76-A3FA-7823-F4A4B43AB754}"/>
              </a:ext>
            </a:extLst>
          </p:cNvPr>
          <p:cNvSpPr>
            <a:spLocks noGrp="1"/>
          </p:cNvSpPr>
          <p:nvPr>
            <p:ph sz="quarter" idx="13"/>
          </p:nvPr>
        </p:nvSpPr>
        <p:spPr>
          <a:xfrm>
            <a:off x="6400800" y="1216025"/>
            <a:ext cx="5184648" cy="4416425"/>
          </a:xfrm>
        </p:spPr>
        <p:txBody>
          <a:bodyPr anchor="ctr"/>
          <a:lstStyle>
            <a:lvl1pPr marL="0" indent="0">
              <a:lnSpc>
                <a:spcPct val="150000"/>
              </a:lnSpc>
              <a:spcBef>
                <a:spcPts val="1000"/>
              </a:spcBef>
              <a:buNone/>
              <a:defRPr sz="1600" spc="100" baseline="0"/>
            </a:lvl1pPr>
            <a:lvl2pPr marL="228600">
              <a:lnSpc>
                <a:spcPct val="150000"/>
              </a:lnSpc>
              <a:spcBef>
                <a:spcPts val="1000"/>
              </a:spcBef>
              <a:defRPr sz="1600" spc="100" baseline="0"/>
            </a:lvl2pPr>
            <a:lvl3pPr marL="457200">
              <a:lnSpc>
                <a:spcPct val="150000"/>
              </a:lnSpc>
              <a:spcBef>
                <a:spcPts val="1000"/>
              </a:spcBef>
              <a:defRPr sz="1600" spc="100" baseline="0"/>
            </a:lvl3pPr>
            <a:lvl4pPr marL="685800">
              <a:lnSpc>
                <a:spcPct val="150000"/>
              </a:lnSpc>
              <a:spcBef>
                <a:spcPts val="1000"/>
              </a:spcBef>
              <a:defRPr sz="1600" spc="100" baseline="0"/>
            </a:lvl4pPr>
            <a:lvl5pPr marL="914400">
              <a:lnSpc>
                <a:spcPct val="150000"/>
              </a:lnSpc>
              <a:spcBef>
                <a:spcPts val="1000"/>
              </a:spcBef>
              <a:defRPr sz="1600" spc="1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5" name="Straight Connector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888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9AFB71-7F33-280E-7877-06F4AFFF063A}"/>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10B0FF2F-3458-EA78-83DC-46FB2E5CE154}"/>
              </a:ext>
            </a:extLst>
          </p:cNvPr>
          <p:cNvSpPr>
            <a:spLocks noGrp="1"/>
          </p:cNvSpPr>
          <p:nvPr>
            <p:ph type="ctrTitle" hasCustomPrompt="1"/>
          </p:nvPr>
        </p:nvSpPr>
        <p:spPr>
          <a:xfrm>
            <a:off x="1078992" y="1956816"/>
            <a:ext cx="10040112" cy="2387600"/>
          </a:xfrm>
        </p:spPr>
        <p:txBody>
          <a:bodyPr anchor="t">
            <a:noAutofit/>
          </a:bodyPr>
          <a:lstStyle>
            <a:lvl1pPr algn="l">
              <a:defRPr sz="9600" spc="300" baseline="0">
                <a:ln w="28575">
                  <a:solidFill>
                    <a:schemeClr val="tx1"/>
                  </a:solidFill>
                </a:ln>
                <a:noFill/>
              </a:defRPr>
            </a:lvl1pPr>
          </a:lstStyle>
          <a:p>
            <a:r>
              <a:rPr lang="en-US" dirty="0"/>
              <a:t>CLICK TO EDIT MASTER TITLE STYLE</a:t>
            </a:r>
          </a:p>
        </p:txBody>
      </p:sp>
      <p:sp>
        <p:nvSpPr>
          <p:cNvPr id="10" name="Subtitle 2">
            <a:extLst>
              <a:ext uri="{FF2B5EF4-FFF2-40B4-BE49-F238E27FC236}">
                <a16:creationId xmlns:a16="http://schemas.microsoft.com/office/drawing/2014/main" id="{DC93615E-193E-5253-6EE0-EC01791E3A3A}"/>
              </a:ext>
            </a:extLst>
          </p:cNvPr>
          <p:cNvSpPr>
            <a:spLocks noGrp="1"/>
          </p:cNvSpPr>
          <p:nvPr>
            <p:ph type="subTitle" idx="1"/>
          </p:nvPr>
        </p:nvSpPr>
        <p:spPr>
          <a:xfrm>
            <a:off x="1078992" y="3483864"/>
            <a:ext cx="10040112" cy="1280160"/>
          </a:xfrm>
        </p:spPr>
        <p:txBody>
          <a:bodyPr/>
          <a:lstStyle>
            <a:lvl1pPr marL="0" indent="0" algn="l">
              <a:buNone/>
              <a:defRPr sz="2400" b="1" baseline="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3403559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5" name="Straight Connector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3BDEDC48-AA67-6FC9-FF0E-CD3CB49A502F}"/>
              </a:ext>
            </a:extLst>
          </p:cNvPr>
          <p:cNvSpPr>
            <a:spLocks noGrp="1"/>
          </p:cNvSpPr>
          <p:nvPr>
            <p:ph type="title"/>
          </p:nvPr>
        </p:nvSpPr>
        <p:spPr>
          <a:xfrm>
            <a:off x="612648" y="868679"/>
            <a:ext cx="10972800" cy="1572768"/>
          </a:xfrm>
        </p:spPr>
        <p:txBody>
          <a:bodyPr lIns="91440" tIns="182880" rIns="91440" bIns="0"/>
          <a:lstStyle>
            <a:lvl1pPr algn="ctr">
              <a:lnSpc>
                <a:spcPct val="90000"/>
              </a:lnSpc>
              <a:defRPr sz="4800" spc="400" baseline="0"/>
            </a:lvl1pPr>
          </a:lstStyle>
          <a:p>
            <a:r>
              <a:rPr lang="en-US"/>
              <a:t>Click to edit Master title style</a:t>
            </a:r>
            <a:endParaRPr lang="en-US" dirty="0"/>
          </a:p>
        </p:txBody>
      </p:sp>
    </p:spTree>
    <p:extLst>
      <p:ext uri="{BB962C8B-B14F-4D97-AF65-F5344CB8AC3E}">
        <p14:creationId xmlns:p14="http://schemas.microsoft.com/office/powerpoint/2010/main" val="28751072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54185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anchor="b"/>
          <a:lstStyle>
            <a:lvl1pPr>
              <a:defRPr sz="3200">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F5AEF53B-C85C-47DB-ADE4-C1D9FA682945}"/>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7" name="Slide Number Placeholder 6">
            <a:extLst>
              <a:ext uri="{FF2B5EF4-FFF2-40B4-BE49-F238E27FC236}">
                <a16:creationId xmlns:a16="http://schemas.microsoft.com/office/drawing/2014/main" id="{DFD4FD38-14E5-4C36-B948-8BF3F794ED8C}"/>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8" name="Straight Connector 7">
            <a:extLst>
              <a:ext uri="{FF2B5EF4-FFF2-40B4-BE49-F238E27FC236}">
                <a16:creationId xmlns:a16="http://schemas.microsoft.com/office/drawing/2014/main" id="{5754AE8D-13E4-BDDA-7C36-A9E08FD0A0E8}"/>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6CE37136-8479-8CDC-7EEB-030C1A8151EF}"/>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anchor="b"/>
          <a:lstStyle>
            <a:lvl1pPr>
              <a:defRPr sz="3200">
                <a:latin typeface="+mj-lt"/>
              </a:defRPr>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8DA4DA3-10C7-48A6-9B15-38222B8CAD42}"/>
              </a:ext>
            </a:extLst>
          </p:cNvPr>
          <p:cNvSpPr>
            <a:spLocks noGrp="1"/>
          </p:cNvSpPr>
          <p:nvPr>
            <p:ph type="ftr" sz="quarter" idx="11"/>
          </p:nvPr>
        </p:nvSpPr>
        <p:spPr>
          <a:xfrm>
            <a:off x="4038600" y="11575"/>
            <a:ext cx="4114800" cy="856526"/>
          </a:xfrm>
          <a:prstGeom prst="rect">
            <a:avLst/>
          </a:prstGeom>
        </p:spPr>
        <p:txBody>
          <a:bodyPr/>
          <a:lstStyle/>
          <a:p>
            <a:r>
              <a:rPr lang="en-US" dirty="0"/>
              <a:t>PRESENTATION TITLE</a:t>
            </a:r>
          </a:p>
        </p:txBody>
      </p:sp>
      <p:sp>
        <p:nvSpPr>
          <p:cNvPr id="7" name="Slide Number Placeholder 6">
            <a:extLst>
              <a:ext uri="{FF2B5EF4-FFF2-40B4-BE49-F238E27FC236}">
                <a16:creationId xmlns:a16="http://schemas.microsoft.com/office/drawing/2014/main" id="{E584E7EE-5B3B-427E-9807-020AEF8C7662}"/>
              </a:ext>
            </a:extLst>
          </p:cNvPr>
          <p:cNvSpPr>
            <a:spLocks noGrp="1"/>
          </p:cNvSpPr>
          <p:nvPr>
            <p:ph type="sldNum" sz="quarter" idx="12"/>
          </p:nvPr>
        </p:nvSpPr>
        <p:spPr>
          <a:xfrm>
            <a:off x="4038600" y="6006546"/>
            <a:ext cx="4114800" cy="851453"/>
          </a:xfrm>
          <a:prstGeom prst="rect">
            <a:avLst/>
          </a:prstGeom>
        </p:spPr>
        <p:txBody>
          <a:bodyPr/>
          <a:lstStyle/>
          <a:p>
            <a:fld id="{294A09A9-5501-47C1-A89A-A340965A2BE2}" type="slidenum">
              <a:rPr lang="en-US" smtClean="0"/>
              <a:t>‹#›</a:t>
            </a:fld>
            <a:endParaRPr lang="en-US" dirty="0"/>
          </a:p>
        </p:txBody>
      </p:sp>
      <p:cxnSp>
        <p:nvCxnSpPr>
          <p:cNvPr id="8" name="Straight Connector 7">
            <a:extLst>
              <a:ext uri="{FF2B5EF4-FFF2-40B4-BE49-F238E27FC236}">
                <a16:creationId xmlns:a16="http://schemas.microsoft.com/office/drawing/2014/main" id="{1DC6EFE9-BD9C-6124-823A-BD1C488321D2}"/>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21B53473-DF27-C657-627F-ED66976E076B}"/>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Background pattern&#10;&#10;Description automatically generated">
            <a:extLst>
              <a:ext uri="{FF2B5EF4-FFF2-40B4-BE49-F238E27FC236}">
                <a16:creationId xmlns:a16="http://schemas.microsoft.com/office/drawing/2014/main" id="{E020D11E-3FF2-1E7F-038B-4F9534916FEB}"/>
              </a:ext>
            </a:extLst>
          </p:cNvPr>
          <p:cNvPicPr>
            <a:picLocks noChangeAspect="1"/>
          </p:cNvPicPr>
          <p:nvPr userDrawn="1"/>
        </p:nvPicPr>
        <p:blipFill>
          <a:blip r:embed="rId21">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1660127"/>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3104752"/>
            <a:ext cx="11430000" cy="2092281"/>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11575"/>
            <a:ext cx="4114800" cy="856526"/>
          </a:xfrm>
          <a:prstGeom prst="rect">
            <a:avLst/>
          </a:prstGeom>
        </p:spPr>
        <p:txBody>
          <a:bodyPr vert="horz" lIns="91440" tIns="45720" rIns="91440" bIns="45720" rtlCol="0" anchor="ctr">
            <a:noAutofit/>
          </a:bodyPr>
          <a:lstStyle>
            <a:lvl1pPr algn="ctr">
              <a:defRPr sz="1200" b="1" i="0" spc="200" baseline="0">
                <a:solidFill>
                  <a:schemeClr val="tx1"/>
                </a:solidFill>
                <a:latin typeface="+mn-lt"/>
                <a:cs typeface="Arial" panose="020B06040202020202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4038600" y="6006546"/>
            <a:ext cx="4114800" cy="851453"/>
          </a:xfrm>
          <a:prstGeom prst="rect">
            <a:avLst/>
          </a:prstGeom>
        </p:spPr>
        <p:txBody>
          <a:bodyPr vert="horz" lIns="91440" tIns="45720" rIns="91440" bIns="45720" rtlCol="0" anchor="ctr">
            <a:noAutofit/>
          </a:bodyPr>
          <a:lstStyle>
            <a:lvl1pPr algn="ctr">
              <a:defRPr sz="1200" b="1" i="0" spc="200" baseline="0">
                <a:solidFill>
                  <a:schemeClr val="tx1"/>
                </a:solidFill>
                <a:latin typeface="+mn-lt"/>
                <a:cs typeface="Arial" panose="020B0604020202020204" pitchFamily="34" charset="0"/>
              </a:defRPr>
            </a:lvl1pPr>
          </a:lstStyle>
          <a:p>
            <a:r>
              <a:rPr lang="en-US" dirty="0"/>
              <a:t>&lt;##&gt;</a:t>
            </a:r>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63" r:id="rId2"/>
    <p:sldLayoutId id="2147483664" r:id="rId3"/>
    <p:sldLayoutId id="2147483651" r:id="rId4"/>
    <p:sldLayoutId id="2147483662" r:id="rId5"/>
    <p:sldLayoutId id="2147483665" r:id="rId6"/>
    <p:sldLayoutId id="2147483669" r:id="rId7"/>
    <p:sldLayoutId id="2147483658" r:id="rId8"/>
    <p:sldLayoutId id="2147483666" r:id="rId9"/>
    <p:sldLayoutId id="2147483668" r:id="rId10"/>
    <p:sldLayoutId id="2147483670" r:id="rId11"/>
    <p:sldLayoutId id="2147483653" r:id="rId12"/>
    <p:sldLayoutId id="2147483667" r:id="rId13"/>
    <p:sldLayoutId id="2147483661" r:id="rId14"/>
    <p:sldLayoutId id="2147483660" r:id="rId15"/>
    <p:sldLayoutId id="2147483655" r:id="rId16"/>
    <p:sldLayoutId id="2147483659"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400" b="1" i="0" kern="1200" cap="all" spc="400" baseline="0">
          <a:solidFill>
            <a:schemeClr val="tx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spc="50" baseline="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spc="50" baseline="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spc="50" baseline="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spc="50" baseline="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spc="50" baseline="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 Id="rId5" Type="http://schemas.openxmlformats.org/officeDocument/2006/relationships/image" Target="../media/image29.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p:txBody>
          <a:bodyPr/>
          <a:lstStyle/>
          <a:p>
            <a:r>
              <a:rPr lang="en-US" dirty="0"/>
              <a:t>Library </a:t>
            </a:r>
            <a:r>
              <a:rPr lang="en-US" dirty="0" err="1"/>
              <a:t>APi</a:t>
            </a:r>
            <a:endParaRPr lang="en-US" dirty="0"/>
          </a:p>
        </p:txBody>
      </p:sp>
      <p:sp>
        <p:nvSpPr>
          <p:cNvPr id="3" name="Subtitle 2">
            <a:extLst>
              <a:ext uri="{FF2B5EF4-FFF2-40B4-BE49-F238E27FC236}">
                <a16:creationId xmlns:a16="http://schemas.microsoft.com/office/drawing/2014/main" id="{A068D447-28D3-4F5F-B2DC-FD67E9015868}"/>
              </a:ext>
            </a:extLst>
          </p:cNvPr>
          <p:cNvSpPr>
            <a:spLocks noGrp="1"/>
          </p:cNvSpPr>
          <p:nvPr>
            <p:ph type="subTitle" idx="1"/>
          </p:nvPr>
        </p:nvSpPr>
        <p:spPr/>
        <p:txBody>
          <a:bodyPr/>
          <a:lstStyle/>
          <a:p>
            <a:r>
              <a:rPr lang="en-US" dirty="0"/>
              <a:t>Created By: Muhammad </a:t>
            </a:r>
            <a:r>
              <a:rPr lang="en-US" dirty="0" err="1"/>
              <a:t>Arhum</a:t>
            </a:r>
            <a:r>
              <a:rPr lang="en-US" dirty="0"/>
              <a:t> Irfan</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5F4EFB8-B32B-E305-CA40-1BDEF9E3C5D6}"/>
              </a:ext>
            </a:extLst>
          </p:cNvPr>
          <p:cNvSpPr>
            <a:spLocks noGrp="1"/>
          </p:cNvSpPr>
          <p:nvPr>
            <p:ph type="title"/>
          </p:nvPr>
        </p:nvSpPr>
        <p:spPr/>
        <p:txBody>
          <a:bodyPr/>
          <a:lstStyle/>
          <a:p>
            <a:r>
              <a:rPr lang="en-US" dirty="0"/>
              <a:t>Overview </a:t>
            </a:r>
          </a:p>
        </p:txBody>
      </p:sp>
      <p:sp>
        <p:nvSpPr>
          <p:cNvPr id="2" name="Footer Placeholder 1">
            <a:extLst>
              <a:ext uri="{FF2B5EF4-FFF2-40B4-BE49-F238E27FC236}">
                <a16:creationId xmlns:a16="http://schemas.microsoft.com/office/drawing/2014/main" id="{70640A05-A075-B6F7-8485-592305845518}"/>
              </a:ext>
            </a:extLst>
          </p:cNvPr>
          <p:cNvSpPr>
            <a:spLocks noGrp="1"/>
          </p:cNvSpPr>
          <p:nvPr>
            <p:ph type="ftr" sz="quarter" idx="11"/>
          </p:nvPr>
        </p:nvSpPr>
        <p:spPr/>
        <p:txBody>
          <a:bodyPr/>
          <a:lstStyle/>
          <a:p>
            <a:r>
              <a:rPr lang="en-US" dirty="0"/>
              <a:t>Library based API</a:t>
            </a:r>
          </a:p>
        </p:txBody>
      </p:sp>
      <p:sp>
        <p:nvSpPr>
          <p:cNvPr id="5" name="Content Placeholder 4">
            <a:extLst>
              <a:ext uri="{FF2B5EF4-FFF2-40B4-BE49-F238E27FC236}">
                <a16:creationId xmlns:a16="http://schemas.microsoft.com/office/drawing/2014/main" id="{3602EF04-C343-BFD2-AB41-A62063075783}"/>
              </a:ext>
            </a:extLst>
          </p:cNvPr>
          <p:cNvSpPr>
            <a:spLocks noGrp="1"/>
          </p:cNvSpPr>
          <p:nvPr>
            <p:ph sz="quarter" idx="13"/>
          </p:nvPr>
        </p:nvSpPr>
        <p:spPr/>
        <p:txBody>
          <a:bodyPr/>
          <a:lstStyle/>
          <a:p>
            <a:pPr marL="342900" indent="-342900">
              <a:buFont typeface="Arial" panose="020B0604020202020204" pitchFamily="34" charset="0"/>
              <a:buChar char="•"/>
            </a:pPr>
            <a:r>
              <a:rPr lang="en-US" dirty="0"/>
              <a:t>Introduction</a:t>
            </a:r>
          </a:p>
          <a:p>
            <a:pPr marL="342900" indent="-342900">
              <a:buFont typeface="Arial" panose="020B0604020202020204" pitchFamily="34" charset="0"/>
              <a:buChar char="•"/>
            </a:pPr>
            <a:r>
              <a:rPr lang="en-US" dirty="0"/>
              <a:t>Architecture</a:t>
            </a:r>
          </a:p>
          <a:p>
            <a:pPr marL="342900" indent="-342900">
              <a:buFont typeface="Arial" panose="020B0604020202020204" pitchFamily="34" charset="0"/>
              <a:buChar char="•"/>
            </a:pPr>
            <a:r>
              <a:rPr lang="en-US" dirty="0"/>
              <a:t>Legacy Issues</a:t>
            </a:r>
          </a:p>
          <a:p>
            <a:pPr marL="342900" indent="-342900">
              <a:buFont typeface="Arial" panose="020B0604020202020204" pitchFamily="34" charset="0"/>
              <a:buChar char="•"/>
            </a:pPr>
            <a:r>
              <a:rPr lang="en-US" dirty="0"/>
              <a:t>Core Database Models</a:t>
            </a:r>
          </a:p>
          <a:p>
            <a:pPr marL="342900" indent="-342900">
              <a:buFont typeface="Arial" panose="020B0604020202020204" pitchFamily="34" charset="0"/>
              <a:buChar char="•"/>
            </a:pPr>
            <a:r>
              <a:rPr lang="en-US" dirty="0"/>
              <a:t>Business Logic </a:t>
            </a:r>
          </a:p>
          <a:p>
            <a:pPr marL="342900" indent="-342900">
              <a:buFont typeface="Arial" panose="020B0604020202020204" pitchFamily="34" charset="0"/>
              <a:buChar char="•"/>
            </a:pPr>
            <a:r>
              <a:rPr lang="en-US" dirty="0"/>
              <a:t>SQA and Testing</a:t>
            </a:r>
          </a:p>
          <a:p>
            <a:pPr marL="342900" indent="-342900">
              <a:buFont typeface="Arial" panose="020B0604020202020204" pitchFamily="34" charset="0"/>
              <a:buChar char="•"/>
            </a:pPr>
            <a:r>
              <a:rPr lang="en-US" dirty="0"/>
              <a:t>Conclusion</a:t>
            </a:r>
          </a:p>
        </p:txBody>
      </p:sp>
      <p:sp>
        <p:nvSpPr>
          <p:cNvPr id="3" name="Slide Number Placeholder 2">
            <a:extLst>
              <a:ext uri="{FF2B5EF4-FFF2-40B4-BE49-F238E27FC236}">
                <a16:creationId xmlns:a16="http://schemas.microsoft.com/office/drawing/2014/main" id="{4A003396-B624-401E-50C6-C0BB01AF161D}"/>
              </a:ext>
            </a:extLst>
          </p:cNvPr>
          <p:cNvSpPr>
            <a:spLocks noGrp="1"/>
          </p:cNvSpPr>
          <p:nvPr>
            <p:ph type="sldNum" sz="quarter" idx="12"/>
          </p:nvPr>
        </p:nvSpPr>
        <p:spPr/>
        <p:txBody>
          <a:bodyPr/>
          <a:lstStyle/>
          <a:p>
            <a:fld id="{294A09A9-5501-47C1-A89A-A340965A2BE2}" type="slidenum">
              <a:rPr lang="en-US" smtClean="0"/>
              <a:pPr/>
              <a:t>2</a:t>
            </a:fld>
            <a:endParaRPr lang="en-US" dirty="0"/>
          </a:p>
        </p:txBody>
      </p:sp>
    </p:spTree>
    <p:extLst>
      <p:ext uri="{BB962C8B-B14F-4D97-AF65-F5344CB8AC3E}">
        <p14:creationId xmlns:p14="http://schemas.microsoft.com/office/powerpoint/2010/main" val="3307162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7775003-C8C2-57FA-C8D5-99577C44F58A}"/>
              </a:ext>
            </a:extLst>
          </p:cNvPr>
          <p:cNvSpPr>
            <a:spLocks noGrp="1"/>
          </p:cNvSpPr>
          <p:nvPr>
            <p:ph type="title"/>
          </p:nvPr>
        </p:nvSpPr>
        <p:spPr>
          <a:xfrm>
            <a:off x="228600" y="1216152"/>
            <a:ext cx="5568696" cy="4416552"/>
          </a:xfrm>
        </p:spPr>
        <p:txBody>
          <a:bodyPr/>
          <a:lstStyle/>
          <a:p>
            <a:r>
              <a:rPr lang="en-US" dirty="0"/>
              <a:t>INTRODUCTION</a:t>
            </a:r>
          </a:p>
        </p:txBody>
      </p:sp>
      <p:sp>
        <p:nvSpPr>
          <p:cNvPr id="2" name="Footer Placeholder 1">
            <a:extLst>
              <a:ext uri="{FF2B5EF4-FFF2-40B4-BE49-F238E27FC236}">
                <a16:creationId xmlns:a16="http://schemas.microsoft.com/office/drawing/2014/main" id="{6B4F370C-18BC-A752-2980-6309F5D7DC43}"/>
              </a:ext>
            </a:extLst>
          </p:cNvPr>
          <p:cNvSpPr>
            <a:spLocks noGrp="1"/>
          </p:cNvSpPr>
          <p:nvPr>
            <p:ph type="ftr" sz="quarter" idx="11"/>
          </p:nvPr>
        </p:nvSpPr>
        <p:spPr/>
        <p:txBody>
          <a:bodyPr/>
          <a:lstStyle/>
          <a:p>
            <a:r>
              <a:rPr lang="en-US" dirty="0"/>
              <a:t>Library API</a:t>
            </a:r>
          </a:p>
        </p:txBody>
      </p:sp>
      <p:sp>
        <p:nvSpPr>
          <p:cNvPr id="5" name="Content Placeholder 4">
            <a:extLst>
              <a:ext uri="{FF2B5EF4-FFF2-40B4-BE49-F238E27FC236}">
                <a16:creationId xmlns:a16="http://schemas.microsoft.com/office/drawing/2014/main" id="{95D67805-CCBD-8182-540F-93068A90C4E8}"/>
              </a:ext>
            </a:extLst>
          </p:cNvPr>
          <p:cNvSpPr>
            <a:spLocks noGrp="1"/>
          </p:cNvSpPr>
          <p:nvPr>
            <p:ph sz="quarter" idx="13"/>
          </p:nvPr>
        </p:nvSpPr>
        <p:spPr/>
        <p:txBody>
          <a:bodyPr/>
          <a:lstStyle/>
          <a:p>
            <a:r>
              <a:rPr lang="en-US" sz="1800" dirty="0"/>
              <a:t>The API Project was created to tackle a specific problem. That being to transitioning a fragile, unstructured legacy program that relied on unreliable text file for data storing/accessing, and turning that into a fast web-based API service.</a:t>
            </a:r>
          </a:p>
        </p:txBody>
      </p:sp>
      <p:sp>
        <p:nvSpPr>
          <p:cNvPr id="3" name="Slide Number Placeholder 2">
            <a:extLst>
              <a:ext uri="{FF2B5EF4-FFF2-40B4-BE49-F238E27FC236}">
                <a16:creationId xmlns:a16="http://schemas.microsoft.com/office/drawing/2014/main" id="{F0986A75-51DF-087B-EE6E-0899D0826DFB}"/>
              </a:ext>
            </a:extLst>
          </p:cNvPr>
          <p:cNvSpPr>
            <a:spLocks noGrp="1"/>
          </p:cNvSpPr>
          <p:nvPr>
            <p:ph type="sldNum" sz="quarter" idx="12"/>
          </p:nvPr>
        </p:nvSpPr>
        <p:spPr/>
        <p:txBody>
          <a:bodyPr/>
          <a:lstStyle/>
          <a:p>
            <a:fld id="{294A09A9-5501-47C1-A89A-A340965A2BE2}" type="slidenum">
              <a:rPr lang="en-US" smtClean="0"/>
              <a:pPr/>
              <a:t>3</a:t>
            </a:fld>
            <a:endParaRPr lang="en-US" dirty="0"/>
          </a:p>
        </p:txBody>
      </p:sp>
    </p:spTree>
    <p:extLst>
      <p:ext uri="{BB962C8B-B14F-4D97-AF65-F5344CB8AC3E}">
        <p14:creationId xmlns:p14="http://schemas.microsoft.com/office/powerpoint/2010/main" val="4220525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EB107-01FC-CE5A-B0EB-F17517ADDDDF}"/>
              </a:ext>
            </a:extLst>
          </p:cNvPr>
          <p:cNvSpPr>
            <a:spLocks noGrp="1"/>
          </p:cNvSpPr>
          <p:nvPr>
            <p:ph type="title"/>
          </p:nvPr>
        </p:nvSpPr>
        <p:spPr>
          <a:xfrm>
            <a:off x="228600" y="1216152"/>
            <a:ext cx="5867400" cy="4416552"/>
          </a:xfrm>
        </p:spPr>
        <p:txBody>
          <a:bodyPr/>
          <a:lstStyle/>
          <a:p>
            <a:r>
              <a:rPr lang="en-US" dirty="0"/>
              <a:t>Architecture/technology  used</a:t>
            </a:r>
          </a:p>
        </p:txBody>
      </p:sp>
      <p:sp>
        <p:nvSpPr>
          <p:cNvPr id="3" name="Content Placeholder 2">
            <a:extLst>
              <a:ext uri="{FF2B5EF4-FFF2-40B4-BE49-F238E27FC236}">
                <a16:creationId xmlns:a16="http://schemas.microsoft.com/office/drawing/2014/main" id="{C1D980CB-01B0-DF9C-0580-E68A4B2BB554}"/>
              </a:ext>
            </a:extLst>
          </p:cNvPr>
          <p:cNvSpPr>
            <a:spLocks noGrp="1"/>
          </p:cNvSpPr>
          <p:nvPr>
            <p:ph sz="quarter" idx="13"/>
          </p:nvPr>
        </p:nvSpPr>
        <p:spPr/>
        <p:txBody>
          <a:bodyPr/>
          <a:lstStyle/>
          <a:p>
            <a:pPr marL="342900" indent="-342900">
              <a:buFont typeface="Arial" panose="020B0604020202020204" pitchFamily="34" charset="0"/>
              <a:buChar char="•"/>
            </a:pPr>
            <a:r>
              <a:rPr lang="en-US" dirty="0"/>
              <a:t>Language: C#</a:t>
            </a:r>
          </a:p>
          <a:p>
            <a:pPr marL="342900" indent="-342900">
              <a:buFont typeface="Arial" panose="020B0604020202020204" pitchFamily="34" charset="0"/>
              <a:buChar char="•"/>
            </a:pPr>
            <a:r>
              <a:rPr lang="en-US" dirty="0"/>
              <a:t>Backend: ASP .NET</a:t>
            </a:r>
          </a:p>
          <a:p>
            <a:pPr marL="342900" indent="-342900">
              <a:buFont typeface="Arial" panose="020B0604020202020204" pitchFamily="34" charset="0"/>
              <a:buChar char="•"/>
            </a:pPr>
            <a:r>
              <a:rPr lang="en-US" dirty="0"/>
              <a:t>API Type: Minimal Api</a:t>
            </a:r>
          </a:p>
          <a:p>
            <a:pPr marL="342900" indent="-342900">
              <a:buFont typeface="Arial" panose="020B0604020202020204" pitchFamily="34" charset="0"/>
              <a:buChar char="•"/>
            </a:pPr>
            <a:r>
              <a:rPr lang="en-US" dirty="0"/>
              <a:t>O/RM: EF Core</a:t>
            </a:r>
          </a:p>
          <a:p>
            <a:pPr marL="342900" indent="-342900">
              <a:buFont typeface="Arial" panose="020B0604020202020204" pitchFamily="34" charset="0"/>
              <a:buChar char="•"/>
            </a:pPr>
            <a:r>
              <a:rPr lang="en-US" dirty="0"/>
              <a:t>Server: </a:t>
            </a:r>
            <a:r>
              <a:rPr lang="en-US" dirty="0" err="1"/>
              <a:t>Sql</a:t>
            </a:r>
            <a:r>
              <a:rPr lang="en-US" dirty="0"/>
              <a:t> Server Management Studio 21</a:t>
            </a:r>
          </a:p>
          <a:p>
            <a:pPr marL="342900" indent="-342900">
              <a:buFont typeface="Arial" panose="020B0604020202020204" pitchFamily="34" charset="0"/>
              <a:buChar char="•"/>
            </a:pPr>
            <a:endParaRPr lang="en-US" dirty="0"/>
          </a:p>
          <a:p>
            <a:endParaRPr lang="en-US" dirty="0"/>
          </a:p>
        </p:txBody>
      </p:sp>
      <p:sp>
        <p:nvSpPr>
          <p:cNvPr id="4" name="Footer Placeholder 3">
            <a:extLst>
              <a:ext uri="{FF2B5EF4-FFF2-40B4-BE49-F238E27FC236}">
                <a16:creationId xmlns:a16="http://schemas.microsoft.com/office/drawing/2014/main" id="{3744CF28-8F0C-47E3-E946-BDEE1021CE7A}"/>
              </a:ext>
            </a:extLst>
          </p:cNvPr>
          <p:cNvSpPr>
            <a:spLocks noGrp="1"/>
          </p:cNvSpPr>
          <p:nvPr>
            <p:ph type="ftr" sz="quarter" idx="11"/>
          </p:nvPr>
        </p:nvSpPr>
        <p:spPr/>
        <p:txBody>
          <a:bodyPr/>
          <a:lstStyle/>
          <a:p>
            <a:r>
              <a:rPr lang="en-US" dirty="0"/>
              <a:t>Library API</a:t>
            </a:r>
          </a:p>
        </p:txBody>
      </p:sp>
      <p:sp>
        <p:nvSpPr>
          <p:cNvPr id="5" name="Slide Number Placeholder 4">
            <a:extLst>
              <a:ext uri="{FF2B5EF4-FFF2-40B4-BE49-F238E27FC236}">
                <a16:creationId xmlns:a16="http://schemas.microsoft.com/office/drawing/2014/main" id="{B7E790C0-1E8A-BEAC-B2EA-5BE62423D034}"/>
              </a:ext>
            </a:extLst>
          </p:cNvPr>
          <p:cNvSpPr>
            <a:spLocks noGrp="1"/>
          </p:cNvSpPr>
          <p:nvPr>
            <p:ph type="sldNum" sz="quarter" idx="12"/>
          </p:nvPr>
        </p:nvSpPr>
        <p:spPr/>
        <p:txBody>
          <a:bodyPr/>
          <a:lstStyle/>
          <a:p>
            <a:fld id="{294A09A9-5501-47C1-A89A-A340965A2BE2}" type="slidenum">
              <a:rPr lang="en-US" smtClean="0"/>
              <a:t>4</a:t>
            </a:fld>
            <a:endParaRPr lang="en-US" dirty="0"/>
          </a:p>
        </p:txBody>
      </p:sp>
    </p:spTree>
    <p:extLst>
      <p:ext uri="{BB962C8B-B14F-4D97-AF65-F5344CB8AC3E}">
        <p14:creationId xmlns:p14="http://schemas.microsoft.com/office/powerpoint/2010/main" val="11819717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AA9A-B7CA-7EA9-8A87-B7C6892FD302}"/>
              </a:ext>
            </a:extLst>
          </p:cNvPr>
          <p:cNvSpPr>
            <a:spLocks noGrp="1"/>
          </p:cNvSpPr>
          <p:nvPr>
            <p:ph type="title"/>
          </p:nvPr>
        </p:nvSpPr>
        <p:spPr/>
        <p:txBody>
          <a:bodyPr/>
          <a:lstStyle/>
          <a:p>
            <a:r>
              <a:rPr lang="en-US" dirty="0"/>
              <a:t>Legacy program issues</a:t>
            </a:r>
          </a:p>
        </p:txBody>
      </p:sp>
      <p:sp>
        <p:nvSpPr>
          <p:cNvPr id="3" name="Content Placeholder 2">
            <a:extLst>
              <a:ext uri="{FF2B5EF4-FFF2-40B4-BE49-F238E27FC236}">
                <a16:creationId xmlns:a16="http://schemas.microsoft.com/office/drawing/2014/main" id="{49E9AC57-433D-B98B-3AFF-57F16959DE24}"/>
              </a:ext>
            </a:extLst>
          </p:cNvPr>
          <p:cNvSpPr>
            <a:spLocks noGrp="1"/>
          </p:cNvSpPr>
          <p:nvPr>
            <p:ph sz="half" idx="2"/>
          </p:nvPr>
        </p:nvSpPr>
        <p:spPr/>
        <p:txBody>
          <a:bodyPr/>
          <a:lstStyle/>
          <a:p>
            <a:r>
              <a:rPr lang="en-US" b="1" dirty="0"/>
              <a:t>Fragile file Based:</a:t>
            </a:r>
          </a:p>
          <a:p>
            <a:pPr marL="0" indent="0">
              <a:buNone/>
            </a:pPr>
            <a:r>
              <a:rPr lang="en-US" dirty="0"/>
              <a:t>The Legacy Program relied on flat .txt files, that lacked were on risk on corruption due disk, I/O, or format.</a:t>
            </a:r>
          </a:p>
          <a:p>
            <a:r>
              <a:rPr lang="en-US" b="1" dirty="0"/>
              <a:t>Scalability bottleneck:</a:t>
            </a:r>
          </a:p>
          <a:p>
            <a:pPr marL="0" indent="0">
              <a:buNone/>
            </a:pPr>
            <a:r>
              <a:rPr lang="en-US" dirty="0"/>
              <a:t>The Linear searching through in memory failed to support complex filtering or pagination.</a:t>
            </a:r>
          </a:p>
          <a:p>
            <a:r>
              <a:rPr lang="en-US" b="1" dirty="0"/>
              <a:t>Security and Audits Flaw:</a:t>
            </a:r>
          </a:p>
          <a:p>
            <a:pPr marL="0" indent="0">
              <a:buNone/>
            </a:pPr>
            <a:r>
              <a:rPr lang="en-US" dirty="0"/>
              <a:t>The hardcoded logic without centralized  database led to inconsistent tracking and missing trails.</a:t>
            </a:r>
          </a:p>
        </p:txBody>
      </p:sp>
      <p:sp>
        <p:nvSpPr>
          <p:cNvPr id="4" name="Footer Placeholder 3">
            <a:extLst>
              <a:ext uri="{FF2B5EF4-FFF2-40B4-BE49-F238E27FC236}">
                <a16:creationId xmlns:a16="http://schemas.microsoft.com/office/drawing/2014/main" id="{0538BD8C-4CD7-FB95-2FF7-0561403060C8}"/>
              </a:ext>
            </a:extLst>
          </p:cNvPr>
          <p:cNvSpPr>
            <a:spLocks noGrp="1"/>
          </p:cNvSpPr>
          <p:nvPr>
            <p:ph type="ftr" sz="quarter" idx="11"/>
          </p:nvPr>
        </p:nvSpPr>
        <p:spPr/>
        <p:txBody>
          <a:bodyPr/>
          <a:lstStyle/>
          <a:p>
            <a:r>
              <a:rPr lang="en-US" dirty="0"/>
              <a:t>Library API</a:t>
            </a:r>
          </a:p>
        </p:txBody>
      </p:sp>
      <p:sp>
        <p:nvSpPr>
          <p:cNvPr id="5" name="Slide Number Placeholder 4">
            <a:extLst>
              <a:ext uri="{FF2B5EF4-FFF2-40B4-BE49-F238E27FC236}">
                <a16:creationId xmlns:a16="http://schemas.microsoft.com/office/drawing/2014/main" id="{F9B2B99E-DA2E-6C7E-ADB3-9DC41999A843}"/>
              </a:ext>
            </a:extLst>
          </p:cNvPr>
          <p:cNvSpPr>
            <a:spLocks noGrp="1"/>
          </p:cNvSpPr>
          <p:nvPr>
            <p:ph type="sldNum" sz="quarter" idx="12"/>
          </p:nvPr>
        </p:nvSpPr>
        <p:spPr/>
        <p:txBody>
          <a:bodyPr/>
          <a:lstStyle/>
          <a:p>
            <a:fld id="{294A09A9-5501-47C1-A89A-A340965A2BE2}" type="slidenum">
              <a:rPr lang="en-US" smtClean="0"/>
              <a:t>5</a:t>
            </a:fld>
            <a:endParaRPr lang="en-US" dirty="0"/>
          </a:p>
        </p:txBody>
      </p:sp>
    </p:spTree>
    <p:extLst>
      <p:ext uri="{BB962C8B-B14F-4D97-AF65-F5344CB8AC3E}">
        <p14:creationId xmlns:p14="http://schemas.microsoft.com/office/powerpoint/2010/main" val="3232340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003EE-9CB6-3767-B49E-2F46BB6E87EB}"/>
              </a:ext>
            </a:extLst>
          </p:cNvPr>
          <p:cNvSpPr>
            <a:spLocks noGrp="1"/>
          </p:cNvSpPr>
          <p:nvPr>
            <p:ph type="title"/>
          </p:nvPr>
        </p:nvSpPr>
        <p:spPr/>
        <p:txBody>
          <a:bodyPr/>
          <a:lstStyle/>
          <a:p>
            <a:r>
              <a:rPr lang="en-US" dirty="0"/>
              <a:t>MORDEN SOLUTIONS</a:t>
            </a:r>
          </a:p>
        </p:txBody>
      </p:sp>
      <p:sp>
        <p:nvSpPr>
          <p:cNvPr id="3" name="Content Placeholder 2">
            <a:extLst>
              <a:ext uri="{FF2B5EF4-FFF2-40B4-BE49-F238E27FC236}">
                <a16:creationId xmlns:a16="http://schemas.microsoft.com/office/drawing/2014/main" id="{4D0C3D17-A4D7-1ADA-06E5-06704796F6AF}"/>
              </a:ext>
            </a:extLst>
          </p:cNvPr>
          <p:cNvSpPr>
            <a:spLocks noGrp="1"/>
          </p:cNvSpPr>
          <p:nvPr>
            <p:ph sz="half" idx="2"/>
          </p:nvPr>
        </p:nvSpPr>
        <p:spPr/>
        <p:txBody>
          <a:bodyPr/>
          <a:lstStyle/>
          <a:p>
            <a:r>
              <a:rPr lang="en-US" dirty="0"/>
              <a:t>Morden Technology Stack:</a:t>
            </a:r>
          </a:p>
          <a:p>
            <a:pPr marL="0" indent="0">
              <a:buNone/>
            </a:pPr>
            <a:r>
              <a:rPr lang="en-US" dirty="0"/>
              <a:t>Built using ASP .NET Minimal API, Entity Framework Core and Microsoft SQL Server.</a:t>
            </a:r>
          </a:p>
          <a:p>
            <a:r>
              <a:rPr lang="en-US" dirty="0"/>
              <a:t>Departure From Concern:</a:t>
            </a:r>
          </a:p>
          <a:p>
            <a:pPr marL="0" indent="0">
              <a:buNone/>
            </a:pPr>
            <a:r>
              <a:rPr lang="en-US" dirty="0"/>
              <a:t>Using clean architecture that uses portioning data entities, context configuration and REST endpoints.</a:t>
            </a:r>
          </a:p>
          <a:p>
            <a:r>
              <a:rPr lang="en-US" dirty="0"/>
              <a:t>Defensive </a:t>
            </a:r>
            <a:r>
              <a:rPr lang="en-US" dirty="0" err="1"/>
              <a:t>Enibneering</a:t>
            </a:r>
            <a:endParaRPr lang="en-US" dirty="0"/>
          </a:p>
          <a:p>
            <a:endParaRPr lang="en-US" dirty="0"/>
          </a:p>
        </p:txBody>
      </p:sp>
      <p:sp>
        <p:nvSpPr>
          <p:cNvPr id="4" name="Footer Placeholder 3">
            <a:extLst>
              <a:ext uri="{FF2B5EF4-FFF2-40B4-BE49-F238E27FC236}">
                <a16:creationId xmlns:a16="http://schemas.microsoft.com/office/drawing/2014/main" id="{49EBFEDB-6ADE-8CFF-4CEE-3931AD92B64A}"/>
              </a:ext>
            </a:extLst>
          </p:cNvPr>
          <p:cNvSpPr>
            <a:spLocks noGrp="1"/>
          </p:cNvSpPr>
          <p:nvPr>
            <p:ph type="ftr" sz="quarter" idx="11"/>
          </p:nvPr>
        </p:nvSpPr>
        <p:spPr/>
        <p:txBody>
          <a:bodyPr/>
          <a:lstStyle/>
          <a:p>
            <a:r>
              <a:rPr lang="en-US" dirty="0"/>
              <a:t>Library API</a:t>
            </a:r>
          </a:p>
        </p:txBody>
      </p:sp>
      <p:sp>
        <p:nvSpPr>
          <p:cNvPr id="5" name="Slide Number Placeholder 4">
            <a:extLst>
              <a:ext uri="{FF2B5EF4-FFF2-40B4-BE49-F238E27FC236}">
                <a16:creationId xmlns:a16="http://schemas.microsoft.com/office/drawing/2014/main" id="{0687D268-8140-5574-E47D-95F67F133816}"/>
              </a:ext>
            </a:extLst>
          </p:cNvPr>
          <p:cNvSpPr>
            <a:spLocks noGrp="1"/>
          </p:cNvSpPr>
          <p:nvPr>
            <p:ph type="sldNum" sz="quarter" idx="12"/>
          </p:nvPr>
        </p:nvSpPr>
        <p:spPr/>
        <p:txBody>
          <a:bodyPr/>
          <a:lstStyle/>
          <a:p>
            <a:fld id="{294A09A9-5501-47C1-A89A-A340965A2BE2}" type="slidenum">
              <a:rPr lang="en-US" smtClean="0"/>
              <a:t>6</a:t>
            </a:fld>
            <a:endParaRPr lang="en-US" dirty="0"/>
          </a:p>
        </p:txBody>
      </p:sp>
    </p:spTree>
    <p:extLst>
      <p:ext uri="{BB962C8B-B14F-4D97-AF65-F5344CB8AC3E}">
        <p14:creationId xmlns:p14="http://schemas.microsoft.com/office/powerpoint/2010/main" val="19914536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p:txBody>
          <a:bodyPr anchor="t">
            <a:noAutofit/>
          </a:bodyPr>
          <a:lstStyle/>
          <a:p>
            <a:pPr algn="l"/>
            <a:r>
              <a:rPr lang="en-US" sz="9600" spc="300" dirty="0">
                <a:ln w="28575">
                  <a:solidFill>
                    <a:schemeClr val="tx1"/>
                  </a:solidFill>
                </a:ln>
                <a:noFill/>
              </a:rPr>
              <a:t>PRIMARY GOALS</a:t>
            </a:r>
          </a:p>
        </p:txBody>
      </p:sp>
      <p:sp>
        <p:nvSpPr>
          <p:cNvPr id="3" name="Subtitle 2">
            <a:extLst>
              <a:ext uri="{FF2B5EF4-FFF2-40B4-BE49-F238E27FC236}">
                <a16:creationId xmlns:a16="http://schemas.microsoft.com/office/drawing/2014/main" id="{A068D447-28D3-4F5F-B2DC-FD67E9015868}"/>
              </a:ext>
            </a:extLst>
          </p:cNvPr>
          <p:cNvSpPr>
            <a:spLocks noGrp="1"/>
          </p:cNvSpPr>
          <p:nvPr>
            <p:ph type="subTitle" idx="1"/>
          </p:nvPr>
        </p:nvSpPr>
        <p:spPr/>
        <p:txBody>
          <a:bodyPr anchor="t"/>
          <a:lstStyle/>
          <a:p>
            <a:pPr marL="0" indent="0" algn="l">
              <a:buNone/>
            </a:pPr>
            <a:r>
              <a:rPr lang="en-US" b="1" dirty="0"/>
              <a:t>Annual revenue growth</a:t>
            </a:r>
          </a:p>
        </p:txBody>
      </p:sp>
    </p:spTree>
    <p:extLst>
      <p:ext uri="{BB962C8B-B14F-4D97-AF65-F5344CB8AC3E}">
        <p14:creationId xmlns:p14="http://schemas.microsoft.com/office/powerpoint/2010/main" val="33080719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2B39BC3-1DB2-EB36-B4F5-81D5725C3436}"/>
              </a:ext>
            </a:extLst>
          </p:cNvPr>
          <p:cNvSpPr>
            <a:spLocks noGrp="1"/>
          </p:cNvSpPr>
          <p:nvPr>
            <p:ph type="title"/>
          </p:nvPr>
        </p:nvSpPr>
        <p:spPr/>
        <p:txBody>
          <a:bodyPr/>
          <a:lstStyle/>
          <a:p>
            <a:r>
              <a:rPr lang="en-US" dirty="0"/>
              <a:t>QUARTERLY PERFOR-MANCE</a:t>
            </a:r>
          </a:p>
        </p:txBody>
      </p:sp>
      <p:sp>
        <p:nvSpPr>
          <p:cNvPr id="2" name="Footer Placeholder 1">
            <a:extLst>
              <a:ext uri="{FF2B5EF4-FFF2-40B4-BE49-F238E27FC236}">
                <a16:creationId xmlns:a16="http://schemas.microsoft.com/office/drawing/2014/main" id="{C20A50E1-0D2E-D811-2F66-646B4778FC31}"/>
              </a:ext>
            </a:extLst>
          </p:cNvPr>
          <p:cNvSpPr>
            <a:spLocks noGrp="1"/>
          </p:cNvSpPr>
          <p:nvPr>
            <p:ph type="ftr" sz="quarter" idx="11"/>
          </p:nvPr>
        </p:nvSpPr>
        <p:spPr/>
        <p:txBody>
          <a:bodyPr/>
          <a:lstStyle/>
          <a:p>
            <a:r>
              <a:rPr lang="en-US" dirty="0"/>
              <a:t>PRESENTATION TITLE</a:t>
            </a:r>
          </a:p>
        </p:txBody>
      </p:sp>
      <p:graphicFrame>
        <p:nvGraphicFramePr>
          <p:cNvPr id="7" name="Content Placeholder 6" descr="Bar chart">
            <a:extLst>
              <a:ext uri="{FF2B5EF4-FFF2-40B4-BE49-F238E27FC236}">
                <a16:creationId xmlns:a16="http://schemas.microsoft.com/office/drawing/2014/main" id="{589236B5-7DFF-D166-13AB-8DFEC20F38E9}"/>
              </a:ext>
            </a:extLst>
          </p:cNvPr>
          <p:cNvGraphicFramePr>
            <a:graphicFrameLocks noGrp="1"/>
          </p:cNvGraphicFramePr>
          <p:nvPr>
            <p:ph sz="quarter" idx="13"/>
            <p:extLst>
              <p:ext uri="{D42A27DB-BD31-4B8C-83A1-F6EECF244321}">
                <p14:modId xmlns:p14="http://schemas.microsoft.com/office/powerpoint/2010/main" val="2709833600"/>
              </p:ext>
            </p:extLst>
          </p:nvPr>
        </p:nvGraphicFramePr>
        <p:xfrm>
          <a:off x="6400800" y="1216025"/>
          <a:ext cx="5184775" cy="4416425"/>
        </p:xfrm>
        <a:graphic>
          <a:graphicData uri="http://schemas.openxmlformats.org/drawingml/2006/chart">
            <c:chart xmlns:c="http://schemas.openxmlformats.org/drawingml/2006/chart" xmlns:r="http://schemas.openxmlformats.org/officeDocument/2006/relationships" r:id="rId2"/>
          </a:graphicData>
        </a:graphic>
      </p:graphicFrame>
      <p:sp>
        <p:nvSpPr>
          <p:cNvPr id="3" name="Slide Number Placeholder 2">
            <a:extLst>
              <a:ext uri="{FF2B5EF4-FFF2-40B4-BE49-F238E27FC236}">
                <a16:creationId xmlns:a16="http://schemas.microsoft.com/office/drawing/2014/main" id="{DB94A10F-0A8C-333B-6C47-B4125180D6FB}"/>
              </a:ext>
            </a:extLst>
          </p:cNvPr>
          <p:cNvSpPr>
            <a:spLocks noGrp="1"/>
          </p:cNvSpPr>
          <p:nvPr>
            <p:ph type="sldNum" sz="quarter" idx="12"/>
          </p:nvPr>
        </p:nvSpPr>
        <p:spPr/>
        <p:txBody>
          <a:bodyPr/>
          <a:lstStyle/>
          <a:p>
            <a:fld id="{294A09A9-5501-47C1-A89A-A340965A2BE2}" type="slidenum">
              <a:rPr lang="en-US" smtClean="0"/>
              <a:pPr/>
              <a:t>8</a:t>
            </a:fld>
            <a:endParaRPr lang="en-US" dirty="0"/>
          </a:p>
        </p:txBody>
      </p:sp>
    </p:spTree>
    <p:extLst>
      <p:ext uri="{BB962C8B-B14F-4D97-AF65-F5344CB8AC3E}">
        <p14:creationId xmlns:p14="http://schemas.microsoft.com/office/powerpoint/2010/main" val="3054500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441B7-60D7-2BA4-B058-7AB43FA49F72}"/>
              </a:ext>
            </a:extLst>
          </p:cNvPr>
          <p:cNvSpPr>
            <a:spLocks noGrp="1"/>
          </p:cNvSpPr>
          <p:nvPr>
            <p:ph type="title"/>
          </p:nvPr>
        </p:nvSpPr>
        <p:spPr/>
        <p:txBody>
          <a:bodyPr/>
          <a:lstStyle/>
          <a:p>
            <a:r>
              <a:rPr lang="en-US" dirty="0"/>
              <a:t>AREAS OF GROWTH</a:t>
            </a:r>
          </a:p>
        </p:txBody>
      </p:sp>
      <p:sp>
        <p:nvSpPr>
          <p:cNvPr id="4" name="Footer Placeholder 3">
            <a:extLst>
              <a:ext uri="{FF2B5EF4-FFF2-40B4-BE49-F238E27FC236}">
                <a16:creationId xmlns:a16="http://schemas.microsoft.com/office/drawing/2014/main" id="{B071DF4C-EB67-6575-7791-C347DD98D341}"/>
              </a:ext>
            </a:extLst>
          </p:cNvPr>
          <p:cNvSpPr>
            <a:spLocks noGrp="1"/>
          </p:cNvSpPr>
          <p:nvPr>
            <p:ph type="ftr" sz="quarter" idx="11"/>
          </p:nvPr>
        </p:nvSpPr>
        <p:spPr/>
        <p:txBody>
          <a:bodyPr/>
          <a:lstStyle/>
          <a:p>
            <a:r>
              <a:rPr lang="en-US" dirty="0"/>
              <a:t>PRESENTATION TITLE</a:t>
            </a:r>
          </a:p>
        </p:txBody>
      </p:sp>
      <p:graphicFrame>
        <p:nvGraphicFramePr>
          <p:cNvPr id="7" name="Table 4">
            <a:extLst>
              <a:ext uri="{FF2B5EF4-FFF2-40B4-BE49-F238E27FC236}">
                <a16:creationId xmlns:a16="http://schemas.microsoft.com/office/drawing/2014/main" id="{A96CBE7A-D250-612F-A324-2A62727216D0}"/>
              </a:ext>
            </a:extLst>
          </p:cNvPr>
          <p:cNvGraphicFramePr>
            <a:graphicFrameLocks noGrp="1"/>
          </p:cNvGraphicFramePr>
          <p:nvPr>
            <p:ph sz="half" idx="2"/>
            <p:extLst>
              <p:ext uri="{D42A27DB-BD31-4B8C-83A1-F6EECF244321}">
                <p14:modId xmlns:p14="http://schemas.microsoft.com/office/powerpoint/2010/main" val="3065007266"/>
              </p:ext>
            </p:extLst>
          </p:nvPr>
        </p:nvGraphicFramePr>
        <p:xfrm>
          <a:off x="612775" y="2441575"/>
          <a:ext cx="10972796" cy="304800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1689330750"/>
                    </a:ext>
                  </a:extLst>
                </a:gridCol>
                <a:gridCol w="2438399">
                  <a:extLst>
                    <a:ext uri="{9D8B030D-6E8A-4147-A177-3AD203B41FA5}">
                      <a16:colId xmlns:a16="http://schemas.microsoft.com/office/drawing/2014/main" val="2660631934"/>
                    </a:ext>
                  </a:extLst>
                </a:gridCol>
                <a:gridCol w="2438399">
                  <a:extLst>
                    <a:ext uri="{9D8B030D-6E8A-4147-A177-3AD203B41FA5}">
                      <a16:colId xmlns:a16="http://schemas.microsoft.com/office/drawing/2014/main" val="3909717689"/>
                    </a:ext>
                  </a:extLst>
                </a:gridCol>
                <a:gridCol w="2438399">
                  <a:extLst>
                    <a:ext uri="{9D8B030D-6E8A-4147-A177-3AD203B41FA5}">
                      <a16:colId xmlns:a16="http://schemas.microsoft.com/office/drawing/2014/main" val="1603189107"/>
                    </a:ext>
                  </a:extLst>
                </a:gridCol>
                <a:gridCol w="2438399">
                  <a:extLst>
                    <a:ext uri="{9D8B030D-6E8A-4147-A177-3AD203B41FA5}">
                      <a16:colId xmlns:a16="http://schemas.microsoft.com/office/drawing/2014/main" val="2755691855"/>
                    </a:ext>
                  </a:extLst>
                </a:gridCol>
              </a:tblGrid>
              <a:tr h="533400">
                <a:tc>
                  <a:txBody>
                    <a:bodyPr/>
                    <a:lstStyle/>
                    <a:p>
                      <a:pPr algn="ctr"/>
                      <a:r>
                        <a:rPr lang="en-US" sz="2000" b="1" i="0" spc="200" baseline="0" dirty="0">
                          <a:solidFill>
                            <a:schemeClr val="bg1"/>
                          </a:solidFill>
                          <a:latin typeface="+mn-lt"/>
                          <a:cs typeface="Arial" panose="020B0604020202020204" pitchFamily="34" charset="0"/>
                        </a:rPr>
                        <a:t>Q</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2000" b="1" i="0" spc="200" baseline="0" dirty="0">
                          <a:solidFill>
                            <a:schemeClr val="bg1"/>
                          </a:solidFill>
                          <a:latin typeface="+mn-lt"/>
                          <a:cs typeface="Arial" panose="020B0604020202020204" pitchFamily="34" charset="0"/>
                        </a:rPr>
                        <a:t>B2B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2000" b="1" i="0" spc="200" baseline="0" dirty="0">
                          <a:solidFill>
                            <a:schemeClr val="bg1"/>
                          </a:solidFill>
                          <a:latin typeface="+mn-lt"/>
                          <a:cs typeface="Arial" panose="020B0604020202020204" pitchFamily="34" charset="0"/>
                        </a:rPr>
                        <a:t>SUPPLY CHAIN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2000" b="1" i="0" spc="200" baseline="0" dirty="0">
                          <a:solidFill>
                            <a:schemeClr val="bg1"/>
                          </a:solidFill>
                          <a:latin typeface="+mn-lt"/>
                          <a:cs typeface="Arial" panose="020B0604020202020204" pitchFamily="34" charset="0"/>
                        </a:rPr>
                        <a:t>ROI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r>
                        <a:rPr lang="en-US" sz="2000" b="1" i="0" spc="200" baseline="0" dirty="0">
                          <a:solidFill>
                            <a:schemeClr val="bg1"/>
                          </a:solidFill>
                          <a:latin typeface="+mn-lt"/>
                          <a:cs typeface="Arial" panose="020B0604020202020204" pitchFamily="34" charset="0"/>
                        </a:rPr>
                        <a:t>E-COMMERCE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479928716"/>
                  </a:ext>
                </a:extLst>
              </a:tr>
              <a:tr h="628650">
                <a:tc>
                  <a:txBody>
                    <a:bodyPr/>
                    <a:lstStyle/>
                    <a:p>
                      <a:pPr algn="ctr"/>
                      <a:r>
                        <a:rPr lang="en-US" sz="1600" b="1" i="0" spc="100" baseline="0" dirty="0">
                          <a:solidFill>
                            <a:schemeClr val="tx1"/>
                          </a:solidFill>
                          <a:latin typeface="+mn-lt"/>
                          <a:cs typeface="Arial" panose="020B0604020202020204" pitchFamily="34" charset="0"/>
                        </a:rPr>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90000"/>
                        <a:alpha val="30000"/>
                      </a:schemeClr>
                    </a:solidFill>
                  </a:tcPr>
                </a:tc>
                <a:tc>
                  <a:txBody>
                    <a:bodyPr/>
                    <a:lstStyle/>
                    <a:p>
                      <a:pPr algn="ctr"/>
                      <a:r>
                        <a:rPr lang="en-US" sz="1600" b="1" i="0" spc="100" baseline="0" dirty="0">
                          <a:solidFill>
                            <a:schemeClr val="tx1"/>
                          </a:solidFill>
                          <a:latin typeface="+mn-lt"/>
                          <a:cs typeface="Arial" panose="020B0604020202020204" pitchFamily="34" charset="0"/>
                        </a:rPr>
                        <a:t>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90000"/>
                        <a:alpha val="30000"/>
                      </a:schemeClr>
                    </a:solidFill>
                  </a:tcPr>
                </a:tc>
                <a:tc>
                  <a:txBody>
                    <a:bodyPr/>
                    <a:lstStyle/>
                    <a:p>
                      <a:pPr algn="ctr"/>
                      <a:r>
                        <a:rPr lang="en-US" sz="1600" b="1" i="0" spc="100" baseline="0" dirty="0">
                          <a:solidFill>
                            <a:schemeClr val="tx1"/>
                          </a:solidFill>
                          <a:latin typeface="+mn-lt"/>
                          <a:cs typeface="Arial" panose="020B0604020202020204" pitchFamily="34" charset="0"/>
                        </a:rPr>
                        <a:t>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90000"/>
                        <a:alpha val="30000"/>
                      </a:schemeClr>
                    </a:solidFill>
                  </a:tcPr>
                </a:tc>
                <a:tc>
                  <a:txBody>
                    <a:bodyPr/>
                    <a:lstStyle/>
                    <a:p>
                      <a:pPr algn="ctr"/>
                      <a:r>
                        <a:rPr lang="en-US" sz="1600" b="1" i="0" spc="100" baseline="0" dirty="0">
                          <a:solidFill>
                            <a:schemeClr val="tx1"/>
                          </a:solidFill>
                          <a:latin typeface="+mn-lt"/>
                          <a:cs typeface="Arial" panose="020B0604020202020204" pitchFamily="34" charset="0"/>
                        </a:rPr>
                        <a:t>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90000"/>
                        <a:alpha val="30000"/>
                      </a:schemeClr>
                    </a:solidFill>
                  </a:tcPr>
                </a:tc>
                <a:tc>
                  <a:txBody>
                    <a:bodyPr/>
                    <a:lstStyle/>
                    <a:p>
                      <a:pPr algn="ctr"/>
                      <a:r>
                        <a:rPr lang="en-US" sz="1600" b="1" i="0" spc="100" baseline="0" dirty="0">
                          <a:solidFill>
                            <a:schemeClr val="tx1"/>
                          </a:solidFill>
                          <a:latin typeface="+mn-lt"/>
                          <a:cs typeface="Arial" panose="020B0604020202020204" pitchFamily="34" charset="0"/>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90000"/>
                        <a:alpha val="30000"/>
                      </a:schemeClr>
                    </a:solidFill>
                  </a:tcPr>
                </a:tc>
                <a:extLst>
                  <a:ext uri="{0D108BD9-81ED-4DB2-BD59-A6C34878D82A}">
                    <a16:rowId xmlns:a16="http://schemas.microsoft.com/office/drawing/2014/main" val="1760208656"/>
                  </a:ext>
                </a:extLst>
              </a:tr>
              <a:tr h="628650">
                <a:tc>
                  <a:txBody>
                    <a:bodyPr/>
                    <a:lstStyle/>
                    <a:p>
                      <a:pPr algn="ctr"/>
                      <a:r>
                        <a:rPr lang="en-US" sz="1600" b="1" i="0" spc="100" baseline="0" dirty="0">
                          <a:solidFill>
                            <a:schemeClr val="tx1"/>
                          </a:solidFill>
                          <a:latin typeface="+mn-lt"/>
                          <a:cs typeface="Arial" panose="020B0604020202020204" pitchFamily="34" charset="0"/>
                        </a:rPr>
                        <a:t>Q2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alpha val="50000"/>
                      </a:schemeClr>
                    </a:solidFill>
                  </a:tcPr>
                </a:tc>
                <a:extLst>
                  <a:ext uri="{0D108BD9-81ED-4DB2-BD59-A6C34878D82A}">
                    <a16:rowId xmlns:a16="http://schemas.microsoft.com/office/drawing/2014/main" val="3634243071"/>
                  </a:ext>
                </a:extLst>
              </a:tr>
              <a:tr h="628650">
                <a:tc>
                  <a:txBody>
                    <a:bodyPr/>
                    <a:lstStyle/>
                    <a:p>
                      <a:pPr algn="ctr"/>
                      <a:r>
                        <a:rPr lang="en-US" sz="1600" b="1" i="0" spc="100" baseline="0" dirty="0">
                          <a:solidFill>
                            <a:schemeClr val="tx1"/>
                          </a:solidFill>
                          <a:latin typeface="+mn-lt"/>
                          <a:cs typeface="Arial" panose="020B0604020202020204" pitchFamily="34" charset="0"/>
                        </a:rPr>
                        <a:t>Q3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alpha val="50000"/>
                      </a:schemeClr>
                    </a:solidFill>
                  </a:tcPr>
                </a:tc>
                <a:extLst>
                  <a:ext uri="{0D108BD9-81ED-4DB2-BD59-A6C34878D82A}">
                    <a16:rowId xmlns:a16="http://schemas.microsoft.com/office/drawing/2014/main" val="415808797"/>
                  </a:ext>
                </a:extLst>
              </a:tr>
              <a:tr h="628650">
                <a:tc>
                  <a:txBody>
                    <a:bodyPr/>
                    <a:lstStyle/>
                    <a:p>
                      <a:pPr algn="ctr"/>
                      <a:r>
                        <a:rPr lang="en-US" sz="1600" b="1" i="0" spc="100" baseline="0" dirty="0">
                          <a:solidFill>
                            <a:schemeClr val="tx1"/>
                          </a:solidFill>
                          <a:latin typeface="+mn-lt"/>
                          <a:cs typeface="Arial" panose="020B0604020202020204" pitchFamily="34" charset="0"/>
                        </a:rPr>
                        <a:t>Q4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alpha val="50000"/>
                      </a:schemeClr>
                    </a:solidFill>
                  </a:tcPr>
                </a:tc>
                <a:tc>
                  <a:txBody>
                    <a:bodyPr/>
                    <a:lstStyle/>
                    <a:p>
                      <a:pPr algn="ctr"/>
                      <a:r>
                        <a:rPr lang="en-US" sz="1600" b="1" i="0" spc="100" baseline="0" dirty="0">
                          <a:solidFill>
                            <a:schemeClr val="tx1"/>
                          </a:solidFill>
                          <a:latin typeface="+mn-lt"/>
                          <a:cs typeface="Arial" panose="020B0604020202020204" pitchFamily="34" charset="0"/>
                        </a:rPr>
                        <a:t>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alpha val="50000"/>
                      </a:schemeClr>
                    </a:solidFill>
                  </a:tcPr>
                </a:tc>
                <a:extLst>
                  <a:ext uri="{0D108BD9-81ED-4DB2-BD59-A6C34878D82A}">
                    <a16:rowId xmlns:a16="http://schemas.microsoft.com/office/drawing/2014/main" val="380950325"/>
                  </a:ext>
                </a:extLst>
              </a:tr>
            </a:tbl>
          </a:graphicData>
        </a:graphic>
      </p:graphicFrame>
      <p:sp>
        <p:nvSpPr>
          <p:cNvPr id="5" name="Slide Number Placeholder 4">
            <a:extLst>
              <a:ext uri="{FF2B5EF4-FFF2-40B4-BE49-F238E27FC236}">
                <a16:creationId xmlns:a16="http://schemas.microsoft.com/office/drawing/2014/main" id="{FB6BA244-3A6A-5970-796B-08549B1203D3}"/>
              </a:ext>
            </a:extLst>
          </p:cNvPr>
          <p:cNvSpPr>
            <a:spLocks noGrp="1"/>
          </p:cNvSpPr>
          <p:nvPr>
            <p:ph type="sldNum" sz="quarter" idx="12"/>
          </p:nvPr>
        </p:nvSpPr>
        <p:spPr/>
        <p:txBody>
          <a:bodyPr/>
          <a:lstStyle/>
          <a:p>
            <a:fld id="{294A09A9-5501-47C1-A89A-A340965A2BE2}" type="slidenum">
              <a:rPr lang="en-US" smtClean="0"/>
              <a:pPr/>
              <a:t>9</a:t>
            </a:fld>
            <a:endParaRPr lang="en-US" dirty="0"/>
          </a:p>
        </p:txBody>
      </p:sp>
    </p:spTree>
    <p:extLst>
      <p:ext uri="{BB962C8B-B14F-4D97-AF65-F5344CB8AC3E}">
        <p14:creationId xmlns:p14="http://schemas.microsoft.com/office/powerpoint/2010/main" val="7722678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9B727DE-9C16-360C-F34F-96B63BA5504C}"/>
              </a:ext>
            </a:extLst>
          </p:cNvPr>
          <p:cNvSpPr>
            <a:spLocks noGrp="1"/>
          </p:cNvSpPr>
          <p:nvPr>
            <p:ph type="title"/>
          </p:nvPr>
        </p:nvSpPr>
        <p:spPr/>
        <p:txBody>
          <a:bodyPr/>
          <a:lstStyle/>
          <a:p>
            <a:r>
              <a:rPr lang="en-US" dirty="0"/>
              <a:t>Business opportunities are like buses. There's always another one coming.</a:t>
            </a:r>
          </a:p>
        </p:txBody>
      </p:sp>
      <p:sp>
        <p:nvSpPr>
          <p:cNvPr id="7" name="Text Placeholder 6">
            <a:extLst>
              <a:ext uri="{FF2B5EF4-FFF2-40B4-BE49-F238E27FC236}">
                <a16:creationId xmlns:a16="http://schemas.microsoft.com/office/drawing/2014/main" id="{4067AB90-919C-547C-EA0C-C5763E0BC234}"/>
              </a:ext>
            </a:extLst>
          </p:cNvPr>
          <p:cNvSpPr>
            <a:spLocks noGrp="1"/>
          </p:cNvSpPr>
          <p:nvPr>
            <p:ph type="body" sz="quarter" idx="13"/>
          </p:nvPr>
        </p:nvSpPr>
        <p:spPr/>
        <p:txBody>
          <a:bodyPr/>
          <a:lstStyle/>
          <a:p>
            <a:r>
              <a:rPr lang="en-US" dirty="0"/>
              <a:t>Richard Branson</a:t>
            </a:r>
          </a:p>
        </p:txBody>
      </p:sp>
      <p:sp>
        <p:nvSpPr>
          <p:cNvPr id="11" name="Text Placeholder 10">
            <a:extLst>
              <a:ext uri="{FF2B5EF4-FFF2-40B4-BE49-F238E27FC236}">
                <a16:creationId xmlns:a16="http://schemas.microsoft.com/office/drawing/2014/main" id="{838F1D27-7C00-ADDA-3E62-FDBF008D5DDE}"/>
              </a:ext>
            </a:extLst>
          </p:cNvPr>
          <p:cNvSpPr>
            <a:spLocks noGrp="1"/>
          </p:cNvSpPr>
          <p:nvPr>
            <p:ph type="body" sz="quarter" idx="15"/>
          </p:nvPr>
        </p:nvSpPr>
        <p:spPr/>
        <p:txBody>
          <a:bodyPr/>
          <a:lstStyle/>
          <a:p>
            <a:r>
              <a:rPr lang="en-US" dirty="0"/>
              <a:t>”</a:t>
            </a:r>
          </a:p>
        </p:txBody>
      </p:sp>
      <p:sp>
        <p:nvSpPr>
          <p:cNvPr id="10" name="Text Placeholder 9">
            <a:extLst>
              <a:ext uri="{FF2B5EF4-FFF2-40B4-BE49-F238E27FC236}">
                <a16:creationId xmlns:a16="http://schemas.microsoft.com/office/drawing/2014/main" id="{65E24183-EEFA-02B9-BFB3-2C57E0B5A3FD}"/>
              </a:ext>
            </a:extLst>
          </p:cNvPr>
          <p:cNvSpPr>
            <a:spLocks noGrp="1"/>
          </p:cNvSpPr>
          <p:nvPr>
            <p:ph type="body" sz="quarter" idx="14"/>
          </p:nvPr>
        </p:nvSpPr>
        <p:spPr/>
        <p:txBody>
          <a:bodyPr/>
          <a:lstStyle/>
          <a:p>
            <a:r>
              <a:rPr lang="en-US" dirty="0"/>
              <a:t>“</a:t>
            </a:r>
          </a:p>
        </p:txBody>
      </p:sp>
    </p:spTree>
    <p:extLst>
      <p:ext uri="{BB962C8B-B14F-4D97-AF65-F5344CB8AC3E}">
        <p14:creationId xmlns:p14="http://schemas.microsoft.com/office/powerpoint/2010/main" val="21137137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599B5F29-ED3B-9B44-DBBE-FD28EE7733A7}"/>
              </a:ext>
            </a:extLst>
          </p:cNvPr>
          <p:cNvSpPr>
            <a:spLocks noGrp="1"/>
          </p:cNvSpPr>
          <p:nvPr>
            <p:ph type="title"/>
          </p:nvPr>
        </p:nvSpPr>
        <p:spPr/>
        <p:txBody>
          <a:bodyPr/>
          <a:lstStyle/>
          <a:p>
            <a:r>
              <a:rPr lang="en-US" dirty="0"/>
              <a:t>MEET OUR TEAM</a:t>
            </a:r>
          </a:p>
        </p:txBody>
      </p:sp>
      <p:sp>
        <p:nvSpPr>
          <p:cNvPr id="2" name="Footer Placeholder 1">
            <a:extLst>
              <a:ext uri="{FF2B5EF4-FFF2-40B4-BE49-F238E27FC236}">
                <a16:creationId xmlns:a16="http://schemas.microsoft.com/office/drawing/2014/main" id="{91A8AD5F-DCF2-F71C-E7E2-C2FD42878531}"/>
              </a:ext>
            </a:extLst>
          </p:cNvPr>
          <p:cNvSpPr>
            <a:spLocks noGrp="1"/>
          </p:cNvSpPr>
          <p:nvPr>
            <p:ph type="ftr" sz="quarter" idx="11"/>
          </p:nvPr>
        </p:nvSpPr>
        <p:spPr/>
        <p:txBody>
          <a:bodyPr/>
          <a:lstStyle/>
          <a:p>
            <a:r>
              <a:rPr lang="en-US" dirty="0"/>
              <a:t>PRESENTATION TITLE</a:t>
            </a:r>
          </a:p>
        </p:txBody>
      </p:sp>
      <p:pic>
        <p:nvPicPr>
          <p:cNvPr id="18" name="Picture Placeholder 17" descr="Team member head shot&#10;">
            <a:extLst>
              <a:ext uri="{FF2B5EF4-FFF2-40B4-BE49-F238E27FC236}">
                <a16:creationId xmlns:a16="http://schemas.microsoft.com/office/drawing/2014/main" id="{0ECDCC4E-4E7F-362D-521D-CE5203600261}"/>
              </a:ext>
            </a:extLst>
          </p:cNvPr>
          <p:cNvPicPr>
            <a:picLocks noGrp="1" noChangeAspect="1"/>
          </p:cNvPicPr>
          <p:nvPr>
            <p:ph type="pic" sz="quarter" idx="13"/>
          </p:nvPr>
        </p:nvPicPr>
        <p:blipFill rotWithShape="1">
          <a:blip r:embed="rId2" cstate="email">
            <a:extLst>
              <a:ext uri="{28A0092B-C50C-407E-A947-70E740481C1C}">
                <a14:useLocalDpi xmlns:a14="http://schemas.microsoft.com/office/drawing/2010/main"/>
              </a:ext>
            </a:extLst>
          </a:blip>
          <a:srcRect/>
          <a:stretch/>
        </p:blipFill>
        <p:spPr/>
      </p:pic>
      <p:sp>
        <p:nvSpPr>
          <p:cNvPr id="8" name="Text Placeholder 7">
            <a:extLst>
              <a:ext uri="{FF2B5EF4-FFF2-40B4-BE49-F238E27FC236}">
                <a16:creationId xmlns:a16="http://schemas.microsoft.com/office/drawing/2014/main" id="{F07ACA27-076A-FAA7-417C-5BC0A85F36AF}"/>
              </a:ext>
            </a:extLst>
          </p:cNvPr>
          <p:cNvSpPr>
            <a:spLocks noGrp="1"/>
          </p:cNvSpPr>
          <p:nvPr>
            <p:ph type="body" sz="quarter" idx="17"/>
          </p:nvPr>
        </p:nvSpPr>
        <p:spPr/>
        <p:txBody>
          <a:bodyPr/>
          <a:lstStyle/>
          <a:p>
            <a:r>
              <a:rPr lang="en-US" dirty="0"/>
              <a:t>TAKUMA HAYASHI​</a:t>
            </a:r>
          </a:p>
        </p:txBody>
      </p:sp>
      <p:sp>
        <p:nvSpPr>
          <p:cNvPr id="9" name="Text Placeholder 8">
            <a:extLst>
              <a:ext uri="{FF2B5EF4-FFF2-40B4-BE49-F238E27FC236}">
                <a16:creationId xmlns:a16="http://schemas.microsoft.com/office/drawing/2014/main" id="{D59ACCB8-2E44-8B01-9BCD-7AD37DA20F2E}"/>
              </a:ext>
            </a:extLst>
          </p:cNvPr>
          <p:cNvSpPr>
            <a:spLocks noGrp="1"/>
          </p:cNvSpPr>
          <p:nvPr>
            <p:ph type="body" sz="quarter" idx="18"/>
          </p:nvPr>
        </p:nvSpPr>
        <p:spPr/>
        <p:txBody>
          <a:bodyPr/>
          <a:lstStyle/>
          <a:p>
            <a:r>
              <a:rPr lang="en-US" dirty="0"/>
              <a:t>President</a:t>
            </a:r>
          </a:p>
        </p:txBody>
      </p:sp>
      <p:pic>
        <p:nvPicPr>
          <p:cNvPr id="20" name="Picture Placeholder 19" descr="Team member head shot&#10;">
            <a:extLst>
              <a:ext uri="{FF2B5EF4-FFF2-40B4-BE49-F238E27FC236}">
                <a16:creationId xmlns:a16="http://schemas.microsoft.com/office/drawing/2014/main" id="{FB9E1045-489B-E8C3-F476-6AF4ED23D929}"/>
              </a:ext>
            </a:extLst>
          </p:cNvPr>
          <p:cNvPicPr>
            <a:picLocks noGrp="1" noChangeAspect="1"/>
          </p:cNvPicPr>
          <p:nvPr>
            <p:ph type="pic" sz="quarter" idx="14"/>
          </p:nvPr>
        </p:nvPicPr>
        <p:blipFill rotWithShape="1">
          <a:blip r:embed="rId3" cstate="email">
            <a:extLst>
              <a:ext uri="{28A0092B-C50C-407E-A947-70E740481C1C}">
                <a14:useLocalDpi xmlns:a14="http://schemas.microsoft.com/office/drawing/2010/main"/>
              </a:ext>
            </a:extLst>
          </a:blip>
          <a:srcRect/>
          <a:stretch/>
        </p:blipFill>
        <p:spPr/>
      </p:pic>
      <p:sp>
        <p:nvSpPr>
          <p:cNvPr id="10" name="Text Placeholder 9">
            <a:extLst>
              <a:ext uri="{FF2B5EF4-FFF2-40B4-BE49-F238E27FC236}">
                <a16:creationId xmlns:a16="http://schemas.microsoft.com/office/drawing/2014/main" id="{5670C16D-9661-482A-986D-0D6CB98AB869}"/>
              </a:ext>
            </a:extLst>
          </p:cNvPr>
          <p:cNvSpPr>
            <a:spLocks noGrp="1"/>
          </p:cNvSpPr>
          <p:nvPr>
            <p:ph type="body" sz="quarter" idx="19"/>
          </p:nvPr>
        </p:nvSpPr>
        <p:spPr/>
        <p:txBody>
          <a:bodyPr/>
          <a:lstStyle/>
          <a:p>
            <a:r>
              <a:rPr lang="en-US" dirty="0"/>
              <a:t>MIRJAM NILSSON</a:t>
            </a:r>
          </a:p>
        </p:txBody>
      </p:sp>
      <p:sp>
        <p:nvSpPr>
          <p:cNvPr id="11" name="Text Placeholder 10">
            <a:extLst>
              <a:ext uri="{FF2B5EF4-FFF2-40B4-BE49-F238E27FC236}">
                <a16:creationId xmlns:a16="http://schemas.microsoft.com/office/drawing/2014/main" id="{22115526-AEC6-C024-712E-E6CC8FB60E4D}"/>
              </a:ext>
            </a:extLst>
          </p:cNvPr>
          <p:cNvSpPr>
            <a:spLocks noGrp="1"/>
          </p:cNvSpPr>
          <p:nvPr>
            <p:ph type="body" sz="quarter" idx="20"/>
          </p:nvPr>
        </p:nvSpPr>
        <p:spPr/>
        <p:txBody>
          <a:bodyPr/>
          <a:lstStyle/>
          <a:p>
            <a:r>
              <a:rPr lang="en-US" dirty="0"/>
              <a:t>Chief Executive Officer​</a:t>
            </a:r>
          </a:p>
        </p:txBody>
      </p:sp>
      <p:pic>
        <p:nvPicPr>
          <p:cNvPr id="22" name="Picture Placeholder 21" descr="Team member head shot&#10;">
            <a:extLst>
              <a:ext uri="{FF2B5EF4-FFF2-40B4-BE49-F238E27FC236}">
                <a16:creationId xmlns:a16="http://schemas.microsoft.com/office/drawing/2014/main" id="{9517044C-59DB-C2E9-E5E2-0D8D29929762}"/>
              </a:ext>
            </a:extLst>
          </p:cNvPr>
          <p:cNvPicPr>
            <a:picLocks noGrp="1" noChangeAspect="1"/>
          </p:cNvPicPr>
          <p:nvPr>
            <p:ph type="pic" sz="quarter" idx="15"/>
          </p:nvPr>
        </p:nvPicPr>
        <p:blipFill rotWithShape="1">
          <a:blip r:embed="rId4" cstate="email">
            <a:extLst>
              <a:ext uri="{28A0092B-C50C-407E-A947-70E740481C1C}">
                <a14:useLocalDpi xmlns:a14="http://schemas.microsoft.com/office/drawing/2010/main"/>
              </a:ext>
            </a:extLst>
          </a:blip>
          <a:srcRect/>
          <a:stretch/>
        </p:blipFill>
        <p:spPr/>
      </p:pic>
      <p:sp>
        <p:nvSpPr>
          <p:cNvPr id="12" name="Text Placeholder 11">
            <a:extLst>
              <a:ext uri="{FF2B5EF4-FFF2-40B4-BE49-F238E27FC236}">
                <a16:creationId xmlns:a16="http://schemas.microsoft.com/office/drawing/2014/main" id="{E26CB388-D0E5-9548-A57B-8A5352089E15}"/>
              </a:ext>
            </a:extLst>
          </p:cNvPr>
          <p:cNvSpPr>
            <a:spLocks noGrp="1"/>
          </p:cNvSpPr>
          <p:nvPr>
            <p:ph type="body" sz="quarter" idx="21"/>
          </p:nvPr>
        </p:nvSpPr>
        <p:spPr/>
        <p:txBody>
          <a:bodyPr/>
          <a:lstStyle/>
          <a:p>
            <a:r>
              <a:rPr lang="en-US" dirty="0"/>
              <a:t>FLORA BERGGREN</a:t>
            </a:r>
          </a:p>
        </p:txBody>
      </p:sp>
      <p:sp>
        <p:nvSpPr>
          <p:cNvPr id="13" name="Text Placeholder 12">
            <a:extLst>
              <a:ext uri="{FF2B5EF4-FFF2-40B4-BE49-F238E27FC236}">
                <a16:creationId xmlns:a16="http://schemas.microsoft.com/office/drawing/2014/main" id="{7DA1EEF4-1C46-B9FD-302F-61FC0265F748}"/>
              </a:ext>
            </a:extLst>
          </p:cNvPr>
          <p:cNvSpPr>
            <a:spLocks noGrp="1"/>
          </p:cNvSpPr>
          <p:nvPr>
            <p:ph type="body" sz="quarter" idx="22"/>
          </p:nvPr>
        </p:nvSpPr>
        <p:spPr/>
        <p:txBody>
          <a:bodyPr/>
          <a:lstStyle/>
          <a:p>
            <a:r>
              <a:rPr lang="en-US" dirty="0"/>
              <a:t>Chief Operations Officer​</a:t>
            </a:r>
          </a:p>
        </p:txBody>
      </p:sp>
      <p:pic>
        <p:nvPicPr>
          <p:cNvPr id="24" name="Picture Placeholder 23" descr="Team member head shot&#10;">
            <a:extLst>
              <a:ext uri="{FF2B5EF4-FFF2-40B4-BE49-F238E27FC236}">
                <a16:creationId xmlns:a16="http://schemas.microsoft.com/office/drawing/2014/main" id="{6112D1C1-243D-95D0-B45D-1BF79DC7E3B3}"/>
              </a:ext>
            </a:extLst>
          </p:cNvPr>
          <p:cNvPicPr>
            <a:picLocks noGrp="1" noChangeAspect="1"/>
          </p:cNvPicPr>
          <p:nvPr>
            <p:ph type="pic" sz="quarter" idx="16"/>
          </p:nvPr>
        </p:nvPicPr>
        <p:blipFill rotWithShape="1">
          <a:blip r:embed="rId5" cstate="email">
            <a:extLst>
              <a:ext uri="{28A0092B-C50C-407E-A947-70E740481C1C}">
                <a14:useLocalDpi xmlns:a14="http://schemas.microsoft.com/office/drawing/2010/main"/>
              </a:ext>
            </a:extLst>
          </a:blip>
          <a:srcRect/>
          <a:stretch/>
        </p:blipFill>
        <p:spPr/>
      </p:pic>
      <p:sp>
        <p:nvSpPr>
          <p:cNvPr id="14" name="Text Placeholder 13">
            <a:extLst>
              <a:ext uri="{FF2B5EF4-FFF2-40B4-BE49-F238E27FC236}">
                <a16:creationId xmlns:a16="http://schemas.microsoft.com/office/drawing/2014/main" id="{519D9E81-2623-349E-904D-8BF6ECE353BA}"/>
              </a:ext>
            </a:extLst>
          </p:cNvPr>
          <p:cNvSpPr>
            <a:spLocks noGrp="1"/>
          </p:cNvSpPr>
          <p:nvPr>
            <p:ph type="body" sz="quarter" idx="23"/>
          </p:nvPr>
        </p:nvSpPr>
        <p:spPr/>
        <p:txBody>
          <a:bodyPr/>
          <a:lstStyle/>
          <a:p>
            <a:r>
              <a:rPr lang="en-US" dirty="0"/>
              <a:t>RAJESH SANTOSHI</a:t>
            </a:r>
          </a:p>
        </p:txBody>
      </p:sp>
      <p:sp>
        <p:nvSpPr>
          <p:cNvPr id="15" name="Text Placeholder 14">
            <a:extLst>
              <a:ext uri="{FF2B5EF4-FFF2-40B4-BE49-F238E27FC236}">
                <a16:creationId xmlns:a16="http://schemas.microsoft.com/office/drawing/2014/main" id="{2FC00352-D201-B54A-FE76-985161F19FEC}"/>
              </a:ext>
            </a:extLst>
          </p:cNvPr>
          <p:cNvSpPr>
            <a:spLocks noGrp="1"/>
          </p:cNvSpPr>
          <p:nvPr>
            <p:ph type="body" sz="quarter" idx="24"/>
          </p:nvPr>
        </p:nvSpPr>
        <p:spPr/>
        <p:txBody>
          <a:bodyPr/>
          <a:lstStyle/>
          <a:p>
            <a:r>
              <a:rPr lang="en-US" dirty="0"/>
              <a:t>VP Marketing​</a:t>
            </a:r>
          </a:p>
        </p:txBody>
      </p:sp>
      <p:sp>
        <p:nvSpPr>
          <p:cNvPr id="3" name="Slide Number Placeholder 2">
            <a:extLst>
              <a:ext uri="{FF2B5EF4-FFF2-40B4-BE49-F238E27FC236}">
                <a16:creationId xmlns:a16="http://schemas.microsoft.com/office/drawing/2014/main" id="{C11CC6B6-E9D4-1736-ABF6-727D2464A975}"/>
              </a:ext>
            </a:extLst>
          </p:cNvPr>
          <p:cNvSpPr>
            <a:spLocks noGrp="1"/>
          </p:cNvSpPr>
          <p:nvPr>
            <p:ph type="sldNum" sz="quarter" idx="12"/>
          </p:nvPr>
        </p:nvSpPr>
        <p:spPr/>
        <p:txBody>
          <a:bodyPr/>
          <a:lstStyle/>
          <a:p>
            <a:fld id="{294A09A9-5501-47C1-A89A-A340965A2BE2}" type="slidenum">
              <a:rPr lang="en-US" smtClean="0"/>
              <a:pPr/>
              <a:t>11</a:t>
            </a:fld>
            <a:endParaRPr lang="en-US" dirty="0"/>
          </a:p>
        </p:txBody>
      </p:sp>
    </p:spTree>
    <p:extLst>
      <p:ext uri="{BB962C8B-B14F-4D97-AF65-F5344CB8AC3E}">
        <p14:creationId xmlns:p14="http://schemas.microsoft.com/office/powerpoint/2010/main" val="40284104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599B5F29-ED3B-9B44-DBBE-FD28EE7733A7}"/>
              </a:ext>
            </a:extLst>
          </p:cNvPr>
          <p:cNvSpPr>
            <a:spLocks noGrp="1"/>
          </p:cNvSpPr>
          <p:nvPr>
            <p:ph type="title"/>
          </p:nvPr>
        </p:nvSpPr>
        <p:spPr/>
        <p:txBody>
          <a:bodyPr/>
          <a:lstStyle/>
          <a:p>
            <a:r>
              <a:rPr lang="en-US" dirty="0"/>
              <a:t>MEET OUR EXTENDED TEAM</a:t>
            </a:r>
          </a:p>
        </p:txBody>
      </p:sp>
      <p:sp>
        <p:nvSpPr>
          <p:cNvPr id="2" name="Footer Placeholder 1">
            <a:extLst>
              <a:ext uri="{FF2B5EF4-FFF2-40B4-BE49-F238E27FC236}">
                <a16:creationId xmlns:a16="http://schemas.microsoft.com/office/drawing/2014/main" id="{91A8AD5F-DCF2-F71C-E7E2-C2FD42878531}"/>
              </a:ext>
            </a:extLst>
          </p:cNvPr>
          <p:cNvSpPr>
            <a:spLocks noGrp="1"/>
          </p:cNvSpPr>
          <p:nvPr>
            <p:ph type="ftr" sz="quarter" idx="11"/>
          </p:nvPr>
        </p:nvSpPr>
        <p:spPr/>
        <p:txBody>
          <a:bodyPr/>
          <a:lstStyle/>
          <a:p>
            <a:r>
              <a:rPr lang="en-US" dirty="0"/>
              <a:t>PRESENTATION TITLE</a:t>
            </a:r>
          </a:p>
        </p:txBody>
      </p:sp>
      <p:sp>
        <p:nvSpPr>
          <p:cNvPr id="8" name="Text Placeholder 7">
            <a:extLst>
              <a:ext uri="{FF2B5EF4-FFF2-40B4-BE49-F238E27FC236}">
                <a16:creationId xmlns:a16="http://schemas.microsoft.com/office/drawing/2014/main" id="{F07ACA27-076A-FAA7-417C-5BC0A85F36AF}"/>
              </a:ext>
            </a:extLst>
          </p:cNvPr>
          <p:cNvSpPr>
            <a:spLocks noGrp="1"/>
          </p:cNvSpPr>
          <p:nvPr>
            <p:ph type="body" sz="quarter" idx="17"/>
          </p:nvPr>
        </p:nvSpPr>
        <p:spPr/>
        <p:txBody>
          <a:bodyPr/>
          <a:lstStyle/>
          <a:p>
            <a:r>
              <a:rPr lang="en-US" dirty="0"/>
              <a:t>TAKUMA HAYASHI​</a:t>
            </a:r>
          </a:p>
        </p:txBody>
      </p:sp>
      <p:sp>
        <p:nvSpPr>
          <p:cNvPr id="9" name="Text Placeholder 8">
            <a:extLst>
              <a:ext uri="{FF2B5EF4-FFF2-40B4-BE49-F238E27FC236}">
                <a16:creationId xmlns:a16="http://schemas.microsoft.com/office/drawing/2014/main" id="{D59ACCB8-2E44-8B01-9BCD-7AD37DA20F2E}"/>
              </a:ext>
            </a:extLst>
          </p:cNvPr>
          <p:cNvSpPr>
            <a:spLocks noGrp="1"/>
          </p:cNvSpPr>
          <p:nvPr>
            <p:ph type="body" sz="quarter" idx="18"/>
          </p:nvPr>
        </p:nvSpPr>
        <p:spPr/>
        <p:txBody>
          <a:bodyPr/>
          <a:lstStyle/>
          <a:p>
            <a:r>
              <a:rPr lang="en-US" dirty="0"/>
              <a:t>President</a:t>
            </a:r>
          </a:p>
        </p:txBody>
      </p:sp>
      <p:sp>
        <p:nvSpPr>
          <p:cNvPr id="17" name="Text Placeholder 16">
            <a:extLst>
              <a:ext uri="{FF2B5EF4-FFF2-40B4-BE49-F238E27FC236}">
                <a16:creationId xmlns:a16="http://schemas.microsoft.com/office/drawing/2014/main" id="{9802C12A-D232-CD35-1180-8544916BCE2B}"/>
              </a:ext>
            </a:extLst>
          </p:cNvPr>
          <p:cNvSpPr>
            <a:spLocks noGrp="1"/>
          </p:cNvSpPr>
          <p:nvPr>
            <p:ph type="body" sz="quarter" idx="29"/>
          </p:nvPr>
        </p:nvSpPr>
        <p:spPr/>
        <p:txBody>
          <a:bodyPr/>
          <a:lstStyle/>
          <a:p>
            <a:r>
              <a:rPr lang="en-US" dirty="0"/>
              <a:t>GRAHAM BARNES</a:t>
            </a:r>
          </a:p>
        </p:txBody>
      </p:sp>
      <p:sp>
        <p:nvSpPr>
          <p:cNvPr id="19" name="Text Placeholder 18">
            <a:extLst>
              <a:ext uri="{FF2B5EF4-FFF2-40B4-BE49-F238E27FC236}">
                <a16:creationId xmlns:a16="http://schemas.microsoft.com/office/drawing/2014/main" id="{29526A68-F582-4874-DA70-81D0841C1D1A}"/>
              </a:ext>
            </a:extLst>
          </p:cNvPr>
          <p:cNvSpPr>
            <a:spLocks noGrp="1"/>
          </p:cNvSpPr>
          <p:nvPr>
            <p:ph type="body" sz="quarter" idx="30"/>
          </p:nvPr>
        </p:nvSpPr>
        <p:spPr/>
        <p:txBody>
          <a:bodyPr/>
          <a:lstStyle/>
          <a:p>
            <a:r>
              <a:rPr lang="en-US" dirty="0"/>
              <a:t>VP Product</a:t>
            </a:r>
          </a:p>
        </p:txBody>
      </p:sp>
      <p:pic>
        <p:nvPicPr>
          <p:cNvPr id="44" name="Picture Placeholder 43" descr="Team member head shot&#10;">
            <a:extLst>
              <a:ext uri="{FF2B5EF4-FFF2-40B4-BE49-F238E27FC236}">
                <a16:creationId xmlns:a16="http://schemas.microsoft.com/office/drawing/2014/main" id="{8E4AE635-532E-6FC4-A155-AB3B0533A045}"/>
              </a:ext>
            </a:extLst>
          </p:cNvPr>
          <p:cNvPicPr>
            <a:picLocks noGrp="1" noChangeAspect="1"/>
          </p:cNvPicPr>
          <p:nvPr>
            <p:ph type="pic" sz="quarter" idx="13"/>
          </p:nvPr>
        </p:nvPicPr>
        <p:blipFill rotWithShape="1">
          <a:blip r:embed="rId2"/>
          <a:srcRect/>
          <a:stretch/>
        </p:blipFill>
        <p:spPr/>
      </p:pic>
      <p:pic>
        <p:nvPicPr>
          <p:cNvPr id="48" name="Picture Placeholder 47" descr="Team member head shot&#10;">
            <a:extLst>
              <a:ext uri="{FF2B5EF4-FFF2-40B4-BE49-F238E27FC236}">
                <a16:creationId xmlns:a16="http://schemas.microsoft.com/office/drawing/2014/main" id="{3E5F6DD2-261B-76B8-29A7-384E2C07E182}"/>
              </a:ext>
            </a:extLst>
          </p:cNvPr>
          <p:cNvPicPr>
            <a:picLocks noGrp="1" noChangeAspect="1"/>
          </p:cNvPicPr>
          <p:nvPr>
            <p:ph type="pic" sz="quarter" idx="25"/>
          </p:nvPr>
        </p:nvPicPr>
        <p:blipFill rotWithShape="1">
          <a:blip r:embed="rId3"/>
          <a:srcRect l="262" r="262"/>
          <a:stretch/>
        </p:blipFill>
        <p:spPr/>
      </p:pic>
      <p:sp>
        <p:nvSpPr>
          <p:cNvPr id="10" name="Text Placeholder 9">
            <a:extLst>
              <a:ext uri="{FF2B5EF4-FFF2-40B4-BE49-F238E27FC236}">
                <a16:creationId xmlns:a16="http://schemas.microsoft.com/office/drawing/2014/main" id="{5670C16D-9661-482A-986D-0D6CB98AB869}"/>
              </a:ext>
            </a:extLst>
          </p:cNvPr>
          <p:cNvSpPr>
            <a:spLocks noGrp="1"/>
          </p:cNvSpPr>
          <p:nvPr>
            <p:ph type="body" sz="quarter" idx="19"/>
          </p:nvPr>
        </p:nvSpPr>
        <p:spPr/>
        <p:txBody>
          <a:bodyPr/>
          <a:lstStyle/>
          <a:p>
            <a:r>
              <a:rPr lang="en-US" dirty="0"/>
              <a:t>MIRJAM NILSSON</a:t>
            </a:r>
          </a:p>
        </p:txBody>
      </p:sp>
      <p:sp>
        <p:nvSpPr>
          <p:cNvPr id="11" name="Text Placeholder 10">
            <a:extLst>
              <a:ext uri="{FF2B5EF4-FFF2-40B4-BE49-F238E27FC236}">
                <a16:creationId xmlns:a16="http://schemas.microsoft.com/office/drawing/2014/main" id="{22115526-AEC6-C024-712E-E6CC8FB60E4D}"/>
              </a:ext>
            </a:extLst>
          </p:cNvPr>
          <p:cNvSpPr>
            <a:spLocks noGrp="1"/>
          </p:cNvSpPr>
          <p:nvPr>
            <p:ph type="body" sz="quarter" idx="20"/>
          </p:nvPr>
        </p:nvSpPr>
        <p:spPr/>
        <p:txBody>
          <a:bodyPr/>
          <a:lstStyle/>
          <a:p>
            <a:r>
              <a:rPr lang="en-US" dirty="0"/>
              <a:t>Chief </a:t>
            </a:r>
            <a:br>
              <a:rPr lang="en-US" dirty="0"/>
            </a:br>
            <a:r>
              <a:rPr lang="en-US" dirty="0"/>
              <a:t>Executive </a:t>
            </a:r>
            <a:br>
              <a:rPr lang="en-US" dirty="0"/>
            </a:br>
            <a:r>
              <a:rPr lang="en-US" dirty="0"/>
              <a:t>Officer​</a:t>
            </a:r>
          </a:p>
        </p:txBody>
      </p:sp>
      <p:sp>
        <p:nvSpPr>
          <p:cNvPr id="21" name="Text Placeholder 20">
            <a:extLst>
              <a:ext uri="{FF2B5EF4-FFF2-40B4-BE49-F238E27FC236}">
                <a16:creationId xmlns:a16="http://schemas.microsoft.com/office/drawing/2014/main" id="{B2C6C37C-6141-B65E-91CC-6E6C4A9F6ECD}"/>
              </a:ext>
            </a:extLst>
          </p:cNvPr>
          <p:cNvSpPr>
            <a:spLocks noGrp="1"/>
          </p:cNvSpPr>
          <p:nvPr>
            <p:ph type="body" sz="quarter" idx="31"/>
          </p:nvPr>
        </p:nvSpPr>
        <p:spPr/>
        <p:txBody>
          <a:bodyPr/>
          <a:lstStyle/>
          <a:p>
            <a:r>
              <a:rPr lang="en-US" dirty="0"/>
              <a:t>ROWAN MURPHY</a:t>
            </a:r>
          </a:p>
        </p:txBody>
      </p:sp>
      <p:sp>
        <p:nvSpPr>
          <p:cNvPr id="23" name="Text Placeholder 22">
            <a:extLst>
              <a:ext uri="{FF2B5EF4-FFF2-40B4-BE49-F238E27FC236}">
                <a16:creationId xmlns:a16="http://schemas.microsoft.com/office/drawing/2014/main" id="{3C9D5E96-D043-255D-647E-931CF0782375}"/>
              </a:ext>
            </a:extLst>
          </p:cNvPr>
          <p:cNvSpPr>
            <a:spLocks noGrp="1"/>
          </p:cNvSpPr>
          <p:nvPr>
            <p:ph type="body" sz="quarter" idx="32"/>
          </p:nvPr>
        </p:nvSpPr>
        <p:spPr/>
        <p:txBody>
          <a:bodyPr/>
          <a:lstStyle/>
          <a:p>
            <a:r>
              <a:rPr lang="en-US" dirty="0"/>
              <a:t>SEO Strategist</a:t>
            </a:r>
          </a:p>
        </p:txBody>
      </p:sp>
      <p:pic>
        <p:nvPicPr>
          <p:cNvPr id="42" name="Picture Placeholder 41" descr="Team member head shot&#10;">
            <a:extLst>
              <a:ext uri="{FF2B5EF4-FFF2-40B4-BE49-F238E27FC236}">
                <a16:creationId xmlns:a16="http://schemas.microsoft.com/office/drawing/2014/main" id="{C51CA361-456A-1016-DFBD-C344466DD963}"/>
              </a:ext>
            </a:extLst>
          </p:cNvPr>
          <p:cNvPicPr>
            <a:picLocks noGrp="1" noChangeAspect="1"/>
          </p:cNvPicPr>
          <p:nvPr>
            <p:ph type="pic" sz="quarter" idx="14"/>
          </p:nvPr>
        </p:nvPicPr>
        <p:blipFill rotWithShape="1">
          <a:blip r:embed="rId4"/>
          <a:srcRect t="68" b="68"/>
          <a:stretch/>
        </p:blipFill>
        <p:spPr/>
      </p:pic>
      <p:pic>
        <p:nvPicPr>
          <p:cNvPr id="50" name="Picture Placeholder 49" descr="Team member head shot&#10;">
            <a:extLst>
              <a:ext uri="{FF2B5EF4-FFF2-40B4-BE49-F238E27FC236}">
                <a16:creationId xmlns:a16="http://schemas.microsoft.com/office/drawing/2014/main" id="{2D9499A9-08D8-46CA-F959-DE882648A668}"/>
              </a:ext>
            </a:extLst>
          </p:cNvPr>
          <p:cNvPicPr>
            <a:picLocks noGrp="1" noChangeAspect="1"/>
          </p:cNvPicPr>
          <p:nvPr>
            <p:ph type="pic" sz="quarter" idx="26"/>
          </p:nvPr>
        </p:nvPicPr>
        <p:blipFill rotWithShape="1">
          <a:blip r:embed="rId5"/>
          <a:srcRect t="68" b="68"/>
          <a:stretch/>
        </p:blipFill>
        <p:spPr/>
      </p:pic>
      <p:sp>
        <p:nvSpPr>
          <p:cNvPr id="12" name="Text Placeholder 11">
            <a:extLst>
              <a:ext uri="{FF2B5EF4-FFF2-40B4-BE49-F238E27FC236}">
                <a16:creationId xmlns:a16="http://schemas.microsoft.com/office/drawing/2014/main" id="{E26CB388-D0E5-9548-A57B-8A5352089E15}"/>
              </a:ext>
            </a:extLst>
          </p:cNvPr>
          <p:cNvSpPr>
            <a:spLocks noGrp="1"/>
          </p:cNvSpPr>
          <p:nvPr>
            <p:ph type="body" sz="quarter" idx="21"/>
          </p:nvPr>
        </p:nvSpPr>
        <p:spPr/>
        <p:txBody>
          <a:bodyPr/>
          <a:lstStyle/>
          <a:p>
            <a:r>
              <a:rPr lang="en-US" dirty="0"/>
              <a:t>FLORA BERGGREN</a:t>
            </a:r>
          </a:p>
        </p:txBody>
      </p:sp>
      <p:sp>
        <p:nvSpPr>
          <p:cNvPr id="13" name="Text Placeholder 12">
            <a:extLst>
              <a:ext uri="{FF2B5EF4-FFF2-40B4-BE49-F238E27FC236}">
                <a16:creationId xmlns:a16="http://schemas.microsoft.com/office/drawing/2014/main" id="{7DA1EEF4-1C46-B9FD-302F-61FC0265F748}"/>
              </a:ext>
            </a:extLst>
          </p:cNvPr>
          <p:cNvSpPr>
            <a:spLocks noGrp="1"/>
          </p:cNvSpPr>
          <p:nvPr>
            <p:ph type="body" sz="quarter" idx="22"/>
          </p:nvPr>
        </p:nvSpPr>
        <p:spPr/>
        <p:txBody>
          <a:bodyPr/>
          <a:lstStyle/>
          <a:p>
            <a:r>
              <a:rPr lang="en-US" dirty="0"/>
              <a:t>Chief </a:t>
            </a:r>
            <a:br>
              <a:rPr lang="en-US" dirty="0"/>
            </a:br>
            <a:r>
              <a:rPr lang="en-US" dirty="0"/>
              <a:t>Operations Officer​</a:t>
            </a:r>
          </a:p>
        </p:txBody>
      </p:sp>
      <p:sp>
        <p:nvSpPr>
          <p:cNvPr id="25" name="Text Placeholder 24">
            <a:extLst>
              <a:ext uri="{FF2B5EF4-FFF2-40B4-BE49-F238E27FC236}">
                <a16:creationId xmlns:a16="http://schemas.microsoft.com/office/drawing/2014/main" id="{D3B414CD-2F59-EAB8-E6C8-D233BF953DC9}"/>
              </a:ext>
            </a:extLst>
          </p:cNvPr>
          <p:cNvSpPr>
            <a:spLocks noGrp="1"/>
          </p:cNvSpPr>
          <p:nvPr>
            <p:ph type="body" sz="quarter" idx="33"/>
          </p:nvPr>
        </p:nvSpPr>
        <p:spPr/>
        <p:txBody>
          <a:bodyPr/>
          <a:lstStyle/>
          <a:p>
            <a:r>
              <a:rPr lang="en-US" dirty="0"/>
              <a:t>ELIZABETH MOORE</a:t>
            </a:r>
          </a:p>
        </p:txBody>
      </p:sp>
      <p:sp>
        <p:nvSpPr>
          <p:cNvPr id="26" name="Text Placeholder 25">
            <a:extLst>
              <a:ext uri="{FF2B5EF4-FFF2-40B4-BE49-F238E27FC236}">
                <a16:creationId xmlns:a16="http://schemas.microsoft.com/office/drawing/2014/main" id="{98A87A1B-4C3D-5BB4-6449-1DB89F1926E3}"/>
              </a:ext>
            </a:extLst>
          </p:cNvPr>
          <p:cNvSpPr>
            <a:spLocks noGrp="1"/>
          </p:cNvSpPr>
          <p:nvPr>
            <p:ph type="body" sz="quarter" idx="34"/>
          </p:nvPr>
        </p:nvSpPr>
        <p:spPr/>
        <p:txBody>
          <a:bodyPr/>
          <a:lstStyle/>
          <a:p>
            <a:r>
              <a:rPr lang="en-US" dirty="0"/>
              <a:t>Product </a:t>
            </a:r>
          </a:p>
          <a:p>
            <a:r>
              <a:rPr lang="en-US" dirty="0"/>
              <a:t>Designer</a:t>
            </a:r>
          </a:p>
        </p:txBody>
      </p:sp>
      <p:pic>
        <p:nvPicPr>
          <p:cNvPr id="40" name="Picture Placeholder 39" descr="Team member head shot&#10;">
            <a:extLst>
              <a:ext uri="{FF2B5EF4-FFF2-40B4-BE49-F238E27FC236}">
                <a16:creationId xmlns:a16="http://schemas.microsoft.com/office/drawing/2014/main" id="{52D3D64F-21AD-0755-9EEF-13762D95D6E0}"/>
              </a:ext>
            </a:extLst>
          </p:cNvPr>
          <p:cNvPicPr>
            <a:picLocks noGrp="1" noChangeAspect="1"/>
          </p:cNvPicPr>
          <p:nvPr>
            <p:ph type="pic" sz="quarter" idx="15"/>
          </p:nvPr>
        </p:nvPicPr>
        <p:blipFill rotWithShape="1">
          <a:blip r:embed="rId6"/>
          <a:srcRect t="2944" b="2944"/>
          <a:stretch/>
        </p:blipFill>
        <p:spPr/>
      </p:pic>
      <p:pic>
        <p:nvPicPr>
          <p:cNvPr id="52" name="Picture Placeholder 51" descr="Team member head shot&#10;">
            <a:extLst>
              <a:ext uri="{FF2B5EF4-FFF2-40B4-BE49-F238E27FC236}">
                <a16:creationId xmlns:a16="http://schemas.microsoft.com/office/drawing/2014/main" id="{22058AAC-5D9F-577D-B7B2-238391311514}"/>
              </a:ext>
            </a:extLst>
          </p:cNvPr>
          <p:cNvPicPr>
            <a:picLocks noGrp="1" noChangeAspect="1"/>
          </p:cNvPicPr>
          <p:nvPr>
            <p:ph type="pic" sz="quarter" idx="27"/>
          </p:nvPr>
        </p:nvPicPr>
        <p:blipFill rotWithShape="1">
          <a:blip r:embed="rId7"/>
          <a:srcRect t="68" b="68"/>
          <a:stretch/>
        </p:blipFill>
        <p:spPr/>
      </p:pic>
      <p:sp>
        <p:nvSpPr>
          <p:cNvPr id="14" name="Text Placeholder 13">
            <a:extLst>
              <a:ext uri="{FF2B5EF4-FFF2-40B4-BE49-F238E27FC236}">
                <a16:creationId xmlns:a16="http://schemas.microsoft.com/office/drawing/2014/main" id="{519D9E81-2623-349E-904D-8BF6ECE353BA}"/>
              </a:ext>
            </a:extLst>
          </p:cNvPr>
          <p:cNvSpPr>
            <a:spLocks noGrp="1"/>
          </p:cNvSpPr>
          <p:nvPr>
            <p:ph type="body" sz="quarter" idx="23"/>
          </p:nvPr>
        </p:nvSpPr>
        <p:spPr/>
        <p:txBody>
          <a:bodyPr/>
          <a:lstStyle/>
          <a:p>
            <a:r>
              <a:rPr lang="en-US" dirty="0"/>
              <a:t>RAJESH SANTOSHI</a:t>
            </a:r>
          </a:p>
        </p:txBody>
      </p:sp>
      <p:sp>
        <p:nvSpPr>
          <p:cNvPr id="15" name="Text Placeholder 14">
            <a:extLst>
              <a:ext uri="{FF2B5EF4-FFF2-40B4-BE49-F238E27FC236}">
                <a16:creationId xmlns:a16="http://schemas.microsoft.com/office/drawing/2014/main" id="{2FC00352-D201-B54A-FE76-985161F19FEC}"/>
              </a:ext>
            </a:extLst>
          </p:cNvPr>
          <p:cNvSpPr>
            <a:spLocks noGrp="1"/>
          </p:cNvSpPr>
          <p:nvPr>
            <p:ph type="body" sz="quarter" idx="24"/>
          </p:nvPr>
        </p:nvSpPr>
        <p:spPr/>
        <p:txBody>
          <a:bodyPr/>
          <a:lstStyle/>
          <a:p>
            <a:r>
              <a:rPr lang="en-US" dirty="0"/>
              <a:t>VP Marketing​</a:t>
            </a:r>
          </a:p>
        </p:txBody>
      </p:sp>
      <p:sp>
        <p:nvSpPr>
          <p:cNvPr id="27" name="Text Placeholder 26">
            <a:extLst>
              <a:ext uri="{FF2B5EF4-FFF2-40B4-BE49-F238E27FC236}">
                <a16:creationId xmlns:a16="http://schemas.microsoft.com/office/drawing/2014/main" id="{C2D1179F-9CC5-E23D-37E2-BB999E68DE95}"/>
              </a:ext>
            </a:extLst>
          </p:cNvPr>
          <p:cNvSpPr>
            <a:spLocks noGrp="1"/>
          </p:cNvSpPr>
          <p:nvPr>
            <p:ph type="body" sz="quarter" idx="35"/>
          </p:nvPr>
        </p:nvSpPr>
        <p:spPr/>
        <p:txBody>
          <a:bodyPr/>
          <a:lstStyle/>
          <a:p>
            <a:r>
              <a:rPr lang="en-US" dirty="0"/>
              <a:t>ROBIN </a:t>
            </a:r>
          </a:p>
          <a:p>
            <a:r>
              <a:rPr lang="en-US" dirty="0"/>
              <a:t>KLINE</a:t>
            </a:r>
          </a:p>
        </p:txBody>
      </p:sp>
      <p:sp>
        <p:nvSpPr>
          <p:cNvPr id="28" name="Text Placeholder 27">
            <a:extLst>
              <a:ext uri="{FF2B5EF4-FFF2-40B4-BE49-F238E27FC236}">
                <a16:creationId xmlns:a16="http://schemas.microsoft.com/office/drawing/2014/main" id="{5D27B745-1B31-09CB-F001-4408E3D2F75A}"/>
              </a:ext>
            </a:extLst>
          </p:cNvPr>
          <p:cNvSpPr>
            <a:spLocks noGrp="1"/>
          </p:cNvSpPr>
          <p:nvPr>
            <p:ph type="body" sz="quarter" idx="36"/>
          </p:nvPr>
        </p:nvSpPr>
        <p:spPr/>
        <p:txBody>
          <a:bodyPr/>
          <a:lstStyle/>
          <a:p>
            <a:r>
              <a:rPr lang="en-US" dirty="0"/>
              <a:t>Content Developer</a:t>
            </a:r>
          </a:p>
        </p:txBody>
      </p:sp>
      <p:pic>
        <p:nvPicPr>
          <p:cNvPr id="38" name="Picture Placeholder 37" descr="Team member head shot&#10;">
            <a:extLst>
              <a:ext uri="{FF2B5EF4-FFF2-40B4-BE49-F238E27FC236}">
                <a16:creationId xmlns:a16="http://schemas.microsoft.com/office/drawing/2014/main" id="{E4C98BD3-8494-80AB-2E48-5F7B70FCDE48}"/>
              </a:ext>
            </a:extLst>
          </p:cNvPr>
          <p:cNvPicPr>
            <a:picLocks noGrp="1" noChangeAspect="1"/>
          </p:cNvPicPr>
          <p:nvPr>
            <p:ph type="pic" sz="quarter" idx="16"/>
          </p:nvPr>
        </p:nvPicPr>
        <p:blipFill rotWithShape="1">
          <a:blip r:embed="rId8"/>
          <a:srcRect/>
          <a:stretch/>
        </p:blipFill>
        <p:spPr/>
      </p:pic>
      <p:pic>
        <p:nvPicPr>
          <p:cNvPr id="54" name="Picture Placeholder 53" descr="Team member head shot&#10;">
            <a:extLst>
              <a:ext uri="{FF2B5EF4-FFF2-40B4-BE49-F238E27FC236}">
                <a16:creationId xmlns:a16="http://schemas.microsoft.com/office/drawing/2014/main" id="{72EB0BF6-5AAA-BF98-00D4-C688D2CC92D1}"/>
              </a:ext>
            </a:extLst>
          </p:cNvPr>
          <p:cNvPicPr>
            <a:picLocks noGrp="1" noChangeAspect="1"/>
          </p:cNvPicPr>
          <p:nvPr>
            <p:ph type="pic" sz="quarter" idx="28"/>
          </p:nvPr>
        </p:nvPicPr>
        <p:blipFill rotWithShape="1">
          <a:blip r:embed="rId9"/>
          <a:srcRect l="262" r="262"/>
          <a:stretch/>
        </p:blipFill>
        <p:spPr/>
      </p:pic>
      <p:sp>
        <p:nvSpPr>
          <p:cNvPr id="3" name="Slide Number Placeholder 2">
            <a:extLst>
              <a:ext uri="{FF2B5EF4-FFF2-40B4-BE49-F238E27FC236}">
                <a16:creationId xmlns:a16="http://schemas.microsoft.com/office/drawing/2014/main" id="{C11CC6B6-E9D4-1736-ABF6-727D2464A975}"/>
              </a:ext>
            </a:extLst>
          </p:cNvPr>
          <p:cNvSpPr>
            <a:spLocks noGrp="1"/>
          </p:cNvSpPr>
          <p:nvPr>
            <p:ph type="sldNum" sz="quarter" idx="12"/>
          </p:nvPr>
        </p:nvSpPr>
        <p:spPr/>
        <p:txBody>
          <a:bodyPr/>
          <a:lstStyle/>
          <a:p>
            <a:fld id="{294A09A9-5501-47C1-A89A-A340965A2BE2}" type="slidenum">
              <a:rPr lang="en-US" smtClean="0"/>
              <a:pPr/>
              <a:t>12</a:t>
            </a:fld>
            <a:endParaRPr lang="en-US" dirty="0"/>
          </a:p>
        </p:txBody>
      </p:sp>
    </p:spTree>
    <p:extLst>
      <p:ext uri="{BB962C8B-B14F-4D97-AF65-F5344CB8AC3E}">
        <p14:creationId xmlns:p14="http://schemas.microsoft.com/office/powerpoint/2010/main" val="16287718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737D19-4D60-B5D0-74C9-46A5D81261BB}"/>
              </a:ext>
            </a:extLst>
          </p:cNvPr>
          <p:cNvSpPr>
            <a:spLocks noGrp="1"/>
          </p:cNvSpPr>
          <p:nvPr>
            <p:ph type="title"/>
          </p:nvPr>
        </p:nvSpPr>
        <p:spPr/>
        <p:txBody>
          <a:bodyPr/>
          <a:lstStyle/>
          <a:p>
            <a:r>
              <a:rPr lang="en-US" dirty="0"/>
              <a:t>PLAN FOR PRODUCT LAUNCH</a:t>
            </a:r>
          </a:p>
        </p:txBody>
      </p:sp>
      <p:sp>
        <p:nvSpPr>
          <p:cNvPr id="7" name="Footer Placeholder 6">
            <a:extLst>
              <a:ext uri="{FF2B5EF4-FFF2-40B4-BE49-F238E27FC236}">
                <a16:creationId xmlns:a16="http://schemas.microsoft.com/office/drawing/2014/main" id="{C9F924E8-B6E6-C266-842D-422148E57074}"/>
              </a:ext>
            </a:extLst>
          </p:cNvPr>
          <p:cNvSpPr>
            <a:spLocks noGrp="1"/>
          </p:cNvSpPr>
          <p:nvPr>
            <p:ph type="ftr" sz="quarter" idx="11"/>
          </p:nvPr>
        </p:nvSpPr>
        <p:spPr/>
        <p:txBody>
          <a:bodyPr/>
          <a:lstStyle/>
          <a:p>
            <a:r>
              <a:rPr lang="en-US" dirty="0"/>
              <a:t>PRESENTATION TITLE</a:t>
            </a:r>
          </a:p>
        </p:txBody>
      </p:sp>
      <p:sp>
        <p:nvSpPr>
          <p:cNvPr id="3" name="Text Placeholder 2">
            <a:extLst>
              <a:ext uri="{FF2B5EF4-FFF2-40B4-BE49-F238E27FC236}">
                <a16:creationId xmlns:a16="http://schemas.microsoft.com/office/drawing/2014/main" id="{9B0814BF-E9DC-8615-1CF0-1112CBD60A66}"/>
              </a:ext>
            </a:extLst>
          </p:cNvPr>
          <p:cNvSpPr>
            <a:spLocks noGrp="1"/>
          </p:cNvSpPr>
          <p:nvPr>
            <p:ph type="body" idx="1"/>
          </p:nvPr>
        </p:nvSpPr>
        <p:spPr/>
        <p:txBody>
          <a:bodyPr/>
          <a:lstStyle/>
          <a:p>
            <a:r>
              <a:rPr lang="en-US" dirty="0"/>
              <a:t>PLANNING</a:t>
            </a:r>
          </a:p>
        </p:txBody>
      </p:sp>
      <p:sp>
        <p:nvSpPr>
          <p:cNvPr id="23" name="Content Placeholder 22">
            <a:extLst>
              <a:ext uri="{FF2B5EF4-FFF2-40B4-BE49-F238E27FC236}">
                <a16:creationId xmlns:a16="http://schemas.microsoft.com/office/drawing/2014/main" id="{2C051FD2-C541-D8EE-D263-DFD01AD1C602}"/>
              </a:ext>
            </a:extLst>
          </p:cNvPr>
          <p:cNvSpPr>
            <a:spLocks noGrp="1"/>
          </p:cNvSpPr>
          <p:nvPr>
            <p:ph sz="half" idx="2"/>
          </p:nvPr>
        </p:nvSpPr>
        <p:spPr/>
        <p:txBody>
          <a:bodyPr/>
          <a:lstStyle/>
          <a:p>
            <a:r>
              <a:rPr lang="en-US" dirty="0"/>
              <a:t>Synergize scalable e-commerce</a:t>
            </a:r>
          </a:p>
          <a:p>
            <a:endParaRPr lang="en-US" dirty="0"/>
          </a:p>
        </p:txBody>
      </p:sp>
      <p:sp>
        <p:nvSpPr>
          <p:cNvPr id="5" name="Text Placeholder 4">
            <a:extLst>
              <a:ext uri="{FF2B5EF4-FFF2-40B4-BE49-F238E27FC236}">
                <a16:creationId xmlns:a16="http://schemas.microsoft.com/office/drawing/2014/main" id="{4714EE7D-83C7-DE47-C100-0904BB907007}"/>
              </a:ext>
            </a:extLst>
          </p:cNvPr>
          <p:cNvSpPr>
            <a:spLocks noGrp="1"/>
          </p:cNvSpPr>
          <p:nvPr>
            <p:ph type="body" sz="quarter" idx="3"/>
          </p:nvPr>
        </p:nvSpPr>
        <p:spPr/>
        <p:txBody>
          <a:bodyPr/>
          <a:lstStyle/>
          <a:p>
            <a:r>
              <a:rPr lang="en-US" dirty="0"/>
              <a:t>MARKETING</a:t>
            </a:r>
          </a:p>
        </p:txBody>
      </p:sp>
      <p:sp>
        <p:nvSpPr>
          <p:cNvPr id="24" name="Content Placeholder 23">
            <a:extLst>
              <a:ext uri="{FF2B5EF4-FFF2-40B4-BE49-F238E27FC236}">
                <a16:creationId xmlns:a16="http://schemas.microsoft.com/office/drawing/2014/main" id="{61DE34F0-9D00-D163-584E-9738310DB6BC}"/>
              </a:ext>
            </a:extLst>
          </p:cNvPr>
          <p:cNvSpPr>
            <a:spLocks noGrp="1"/>
          </p:cNvSpPr>
          <p:nvPr>
            <p:ph sz="quarter" idx="4"/>
          </p:nvPr>
        </p:nvSpPr>
        <p:spPr/>
        <p:txBody>
          <a:bodyPr/>
          <a:lstStyle/>
          <a:p>
            <a:pPr lvl="0"/>
            <a:r>
              <a:rPr lang="en-US" dirty="0"/>
              <a:t>Disseminate standardized metrics</a:t>
            </a:r>
          </a:p>
        </p:txBody>
      </p:sp>
      <p:sp>
        <p:nvSpPr>
          <p:cNvPr id="9" name="Text Placeholder 8">
            <a:extLst>
              <a:ext uri="{FF2B5EF4-FFF2-40B4-BE49-F238E27FC236}">
                <a16:creationId xmlns:a16="http://schemas.microsoft.com/office/drawing/2014/main" id="{310ADB9E-1121-2450-35D1-8486C9BC3613}"/>
              </a:ext>
            </a:extLst>
          </p:cNvPr>
          <p:cNvSpPr>
            <a:spLocks noGrp="1"/>
          </p:cNvSpPr>
          <p:nvPr>
            <p:ph type="body" sz="quarter" idx="13"/>
          </p:nvPr>
        </p:nvSpPr>
        <p:spPr/>
        <p:txBody>
          <a:bodyPr/>
          <a:lstStyle/>
          <a:p>
            <a:r>
              <a:rPr lang="en-US" dirty="0"/>
              <a:t>DESIGN</a:t>
            </a:r>
          </a:p>
        </p:txBody>
      </p:sp>
      <p:sp>
        <p:nvSpPr>
          <p:cNvPr id="25" name="Content Placeholder 24">
            <a:extLst>
              <a:ext uri="{FF2B5EF4-FFF2-40B4-BE49-F238E27FC236}">
                <a16:creationId xmlns:a16="http://schemas.microsoft.com/office/drawing/2014/main" id="{3F1B077F-4F6F-1F99-B5B6-BF27786BBA9F}"/>
              </a:ext>
            </a:extLst>
          </p:cNvPr>
          <p:cNvSpPr>
            <a:spLocks noGrp="1"/>
          </p:cNvSpPr>
          <p:nvPr>
            <p:ph sz="quarter" idx="14"/>
          </p:nvPr>
        </p:nvSpPr>
        <p:spPr/>
        <p:txBody>
          <a:bodyPr/>
          <a:lstStyle/>
          <a:p>
            <a:pPr lvl="0"/>
            <a:r>
              <a:rPr lang="en-US" dirty="0"/>
              <a:t>Coordinate </a:t>
            </a:r>
            <a:br>
              <a:rPr lang="en-US" dirty="0"/>
            </a:br>
            <a:r>
              <a:rPr lang="en-US" dirty="0"/>
              <a:t>e-business applications</a:t>
            </a:r>
          </a:p>
        </p:txBody>
      </p:sp>
      <p:sp>
        <p:nvSpPr>
          <p:cNvPr id="11" name="Text Placeholder 10">
            <a:extLst>
              <a:ext uri="{FF2B5EF4-FFF2-40B4-BE49-F238E27FC236}">
                <a16:creationId xmlns:a16="http://schemas.microsoft.com/office/drawing/2014/main" id="{FAA4C0B8-3B41-049C-EA95-B5BC48C10C66}"/>
              </a:ext>
            </a:extLst>
          </p:cNvPr>
          <p:cNvSpPr>
            <a:spLocks noGrp="1"/>
          </p:cNvSpPr>
          <p:nvPr>
            <p:ph type="body" sz="quarter" idx="15"/>
          </p:nvPr>
        </p:nvSpPr>
        <p:spPr/>
        <p:txBody>
          <a:bodyPr/>
          <a:lstStyle/>
          <a:p>
            <a:r>
              <a:rPr lang="en-US" dirty="0"/>
              <a:t>STRATEGY</a:t>
            </a:r>
          </a:p>
        </p:txBody>
      </p:sp>
      <p:sp>
        <p:nvSpPr>
          <p:cNvPr id="26" name="Content Placeholder 25">
            <a:extLst>
              <a:ext uri="{FF2B5EF4-FFF2-40B4-BE49-F238E27FC236}">
                <a16:creationId xmlns:a16="http://schemas.microsoft.com/office/drawing/2014/main" id="{6ACBEE98-EEED-F89F-8CC0-E8497F8E546E}"/>
              </a:ext>
            </a:extLst>
          </p:cNvPr>
          <p:cNvSpPr>
            <a:spLocks noGrp="1"/>
          </p:cNvSpPr>
          <p:nvPr>
            <p:ph sz="quarter" idx="16"/>
          </p:nvPr>
        </p:nvSpPr>
        <p:spPr/>
        <p:txBody>
          <a:bodyPr/>
          <a:lstStyle/>
          <a:p>
            <a:pPr lvl="0"/>
            <a:r>
              <a:rPr lang="en-US" dirty="0"/>
              <a:t>Foster holistically superior methodologies</a:t>
            </a:r>
          </a:p>
        </p:txBody>
      </p:sp>
      <p:sp>
        <p:nvSpPr>
          <p:cNvPr id="13" name="Text Placeholder 12">
            <a:extLst>
              <a:ext uri="{FF2B5EF4-FFF2-40B4-BE49-F238E27FC236}">
                <a16:creationId xmlns:a16="http://schemas.microsoft.com/office/drawing/2014/main" id="{8850A56B-786B-E4E2-77AC-8193D264E2FE}"/>
              </a:ext>
            </a:extLst>
          </p:cNvPr>
          <p:cNvSpPr>
            <a:spLocks noGrp="1"/>
          </p:cNvSpPr>
          <p:nvPr>
            <p:ph type="body" sz="quarter" idx="17"/>
          </p:nvPr>
        </p:nvSpPr>
        <p:spPr/>
        <p:txBody>
          <a:bodyPr/>
          <a:lstStyle/>
          <a:p>
            <a:r>
              <a:rPr lang="en-US" dirty="0"/>
              <a:t>LAUNCH</a:t>
            </a:r>
          </a:p>
        </p:txBody>
      </p:sp>
      <p:sp>
        <p:nvSpPr>
          <p:cNvPr id="27" name="Content Placeholder 26">
            <a:extLst>
              <a:ext uri="{FF2B5EF4-FFF2-40B4-BE49-F238E27FC236}">
                <a16:creationId xmlns:a16="http://schemas.microsoft.com/office/drawing/2014/main" id="{5D63848E-7E38-C88A-D15E-40DF95AB07BB}"/>
              </a:ext>
            </a:extLst>
          </p:cNvPr>
          <p:cNvSpPr>
            <a:spLocks noGrp="1"/>
          </p:cNvSpPr>
          <p:nvPr>
            <p:ph sz="quarter" idx="18"/>
          </p:nvPr>
        </p:nvSpPr>
        <p:spPr/>
        <p:txBody>
          <a:bodyPr/>
          <a:lstStyle/>
          <a:p>
            <a:pPr lvl="0"/>
            <a:r>
              <a:rPr lang="en-US" dirty="0"/>
              <a:t>Deploy strategic networks with compelling </a:t>
            </a:r>
            <a:br>
              <a:rPr lang="en-US" dirty="0"/>
            </a:br>
            <a:r>
              <a:rPr lang="en-US" dirty="0"/>
              <a:t>e-business needs</a:t>
            </a:r>
          </a:p>
        </p:txBody>
      </p:sp>
      <p:sp>
        <p:nvSpPr>
          <p:cNvPr id="8" name="Slide Number Placeholder 7">
            <a:extLst>
              <a:ext uri="{FF2B5EF4-FFF2-40B4-BE49-F238E27FC236}">
                <a16:creationId xmlns:a16="http://schemas.microsoft.com/office/drawing/2014/main" id="{60DE4CC7-0F16-896F-1EBA-F387E12A24C3}"/>
              </a:ext>
            </a:extLst>
          </p:cNvPr>
          <p:cNvSpPr>
            <a:spLocks noGrp="1"/>
          </p:cNvSpPr>
          <p:nvPr>
            <p:ph type="sldNum" sz="quarter" idx="12"/>
          </p:nvPr>
        </p:nvSpPr>
        <p:spPr/>
        <p:txBody>
          <a:bodyPr/>
          <a:lstStyle/>
          <a:p>
            <a:fld id="{294A09A9-5501-47C1-A89A-A340965A2BE2}" type="slidenum">
              <a:rPr lang="en-US" smtClean="0"/>
              <a:pPr/>
              <a:t>13</a:t>
            </a:fld>
            <a:endParaRPr lang="en-US" dirty="0"/>
          </a:p>
        </p:txBody>
      </p:sp>
    </p:spTree>
    <p:extLst>
      <p:ext uri="{BB962C8B-B14F-4D97-AF65-F5344CB8AC3E}">
        <p14:creationId xmlns:p14="http://schemas.microsoft.com/office/powerpoint/2010/main" val="30087499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Title 42">
            <a:extLst>
              <a:ext uri="{FF2B5EF4-FFF2-40B4-BE49-F238E27FC236}">
                <a16:creationId xmlns:a16="http://schemas.microsoft.com/office/drawing/2014/main" id="{6F402D0D-1253-FDCF-200C-358D2373CCEA}"/>
              </a:ext>
            </a:extLst>
          </p:cNvPr>
          <p:cNvSpPr>
            <a:spLocks noGrp="1"/>
          </p:cNvSpPr>
          <p:nvPr>
            <p:ph type="title"/>
          </p:nvPr>
        </p:nvSpPr>
        <p:spPr/>
        <p:txBody>
          <a:bodyPr/>
          <a:lstStyle/>
          <a:p>
            <a:r>
              <a:rPr lang="en-US" dirty="0"/>
              <a:t>TIMELINE</a:t>
            </a:r>
          </a:p>
        </p:txBody>
      </p:sp>
      <p:sp>
        <p:nvSpPr>
          <p:cNvPr id="8" name="Footer Placeholder 7">
            <a:extLst>
              <a:ext uri="{FF2B5EF4-FFF2-40B4-BE49-F238E27FC236}">
                <a16:creationId xmlns:a16="http://schemas.microsoft.com/office/drawing/2014/main" id="{A82C041C-BA32-9DB5-9158-1264919F5376}"/>
              </a:ext>
            </a:extLst>
          </p:cNvPr>
          <p:cNvSpPr>
            <a:spLocks noGrp="1"/>
          </p:cNvSpPr>
          <p:nvPr>
            <p:ph type="ftr" sz="quarter" idx="11"/>
          </p:nvPr>
        </p:nvSpPr>
        <p:spPr/>
        <p:txBody>
          <a:bodyPr/>
          <a:lstStyle/>
          <a:p>
            <a:r>
              <a:rPr lang="en-US" dirty="0"/>
              <a:t>PRESENTATION TITLE</a:t>
            </a:r>
          </a:p>
        </p:txBody>
      </p:sp>
      <p:sp>
        <p:nvSpPr>
          <p:cNvPr id="2" name="Text Placeholder 1">
            <a:extLst>
              <a:ext uri="{FF2B5EF4-FFF2-40B4-BE49-F238E27FC236}">
                <a16:creationId xmlns:a16="http://schemas.microsoft.com/office/drawing/2014/main" id="{0649137D-2A6C-3A81-F639-FA3C26C76D3F}"/>
              </a:ext>
            </a:extLst>
          </p:cNvPr>
          <p:cNvSpPr>
            <a:spLocks noGrp="1"/>
          </p:cNvSpPr>
          <p:nvPr>
            <p:ph type="body" sz="quarter" idx="13"/>
          </p:nvPr>
        </p:nvSpPr>
        <p:spPr/>
        <p:txBody>
          <a:bodyPr/>
          <a:lstStyle/>
          <a:p>
            <a:r>
              <a:rPr lang="en-US" dirty="0"/>
              <a:t>SEP 20XX</a:t>
            </a:r>
          </a:p>
        </p:txBody>
      </p:sp>
      <p:sp>
        <p:nvSpPr>
          <p:cNvPr id="10" name="Text Placeholder 9">
            <a:extLst>
              <a:ext uri="{FF2B5EF4-FFF2-40B4-BE49-F238E27FC236}">
                <a16:creationId xmlns:a16="http://schemas.microsoft.com/office/drawing/2014/main" id="{483C06D0-E1DB-BF5B-0723-E86ECD593FA6}"/>
              </a:ext>
            </a:extLst>
          </p:cNvPr>
          <p:cNvSpPr>
            <a:spLocks noGrp="1"/>
          </p:cNvSpPr>
          <p:nvPr>
            <p:ph type="body" sz="quarter" idx="18"/>
          </p:nvPr>
        </p:nvSpPr>
        <p:spPr/>
        <p:txBody>
          <a:bodyPr/>
          <a:lstStyle/>
          <a:p>
            <a:pPr lvl="0"/>
            <a:r>
              <a:rPr lang="en-US" dirty="0"/>
              <a:t>Synergize </a:t>
            </a:r>
          </a:p>
          <a:p>
            <a:pPr lvl="0"/>
            <a:r>
              <a:rPr lang="en-US" b="1" dirty="0"/>
              <a:t>scalable </a:t>
            </a:r>
          </a:p>
          <a:p>
            <a:pPr lvl="0"/>
            <a:r>
              <a:rPr lang="en-US" b="1" dirty="0"/>
              <a:t>e-commerce</a:t>
            </a:r>
          </a:p>
        </p:txBody>
      </p:sp>
      <p:cxnSp>
        <p:nvCxnSpPr>
          <p:cNvPr id="47" name="Straight Arrow Connector 44" descr="Connecting arrow">
            <a:extLst>
              <a:ext uri="{FF2B5EF4-FFF2-40B4-BE49-F238E27FC236}">
                <a16:creationId xmlns:a16="http://schemas.microsoft.com/office/drawing/2014/main" id="{BC3D7D22-1710-7586-51EC-807950387573}"/>
              </a:ext>
            </a:extLst>
          </p:cNvPr>
          <p:cNvCxnSpPr>
            <a:cxnSpLocks/>
            <a:stCxn id="5" idx="3"/>
            <a:endCxn id="3" idx="0"/>
          </p:cNvCxnSpPr>
          <p:nvPr/>
        </p:nvCxnSpPr>
        <p:spPr>
          <a:xfrm rot="5400000" flipH="1" flipV="1">
            <a:off x="3791601" y="2620051"/>
            <a:ext cx="558161" cy="1966011"/>
          </a:xfrm>
          <a:prstGeom prst="bentConnector2">
            <a:avLst/>
          </a:prstGeom>
          <a:ln w="12700">
            <a:solidFill>
              <a:schemeClr val="tx1"/>
            </a:solidFill>
            <a:prstDash val="dash"/>
            <a:tailEnd type="triangle" w="lg" len="lg"/>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3BAC312B-0248-777F-AEB1-4F76CAA95ABF}"/>
              </a:ext>
            </a:extLst>
          </p:cNvPr>
          <p:cNvSpPr>
            <a:spLocks noGrp="1"/>
          </p:cNvSpPr>
          <p:nvPr>
            <p:ph type="body" sz="quarter" idx="14"/>
          </p:nvPr>
        </p:nvSpPr>
        <p:spPr/>
        <p:txBody>
          <a:bodyPr/>
          <a:lstStyle/>
          <a:p>
            <a:r>
              <a:rPr lang="en-US" dirty="0"/>
              <a:t>JAN 20XX</a:t>
            </a:r>
          </a:p>
        </p:txBody>
      </p:sp>
      <p:sp>
        <p:nvSpPr>
          <p:cNvPr id="11" name="Text Placeholder 10">
            <a:extLst>
              <a:ext uri="{FF2B5EF4-FFF2-40B4-BE49-F238E27FC236}">
                <a16:creationId xmlns:a16="http://schemas.microsoft.com/office/drawing/2014/main" id="{763E08B0-2334-33D6-E6CC-5D7120AD82A8}"/>
              </a:ext>
            </a:extLst>
          </p:cNvPr>
          <p:cNvSpPr>
            <a:spLocks noGrp="1"/>
          </p:cNvSpPr>
          <p:nvPr>
            <p:ph type="body" sz="quarter" idx="19"/>
          </p:nvPr>
        </p:nvSpPr>
        <p:spPr/>
        <p:txBody>
          <a:bodyPr/>
          <a:lstStyle/>
          <a:p>
            <a:pPr lvl="0"/>
            <a:r>
              <a:rPr lang="en-US" dirty="0"/>
              <a:t>Coordinate </a:t>
            </a:r>
          </a:p>
          <a:p>
            <a:pPr lvl="0"/>
            <a:r>
              <a:rPr lang="en-US" b="1" dirty="0"/>
              <a:t>e-business applications</a:t>
            </a:r>
          </a:p>
        </p:txBody>
      </p:sp>
      <p:cxnSp>
        <p:nvCxnSpPr>
          <p:cNvPr id="51" name="Straight Arrow Connector 44" descr="Connecting arrow">
            <a:extLst>
              <a:ext uri="{FF2B5EF4-FFF2-40B4-BE49-F238E27FC236}">
                <a16:creationId xmlns:a16="http://schemas.microsoft.com/office/drawing/2014/main" id="{48A4C37F-6D4C-F508-C28E-2170FC2A6D8F}"/>
              </a:ext>
            </a:extLst>
          </p:cNvPr>
          <p:cNvCxnSpPr>
            <a:cxnSpLocks/>
            <a:stCxn id="6" idx="3"/>
            <a:endCxn id="4" idx="0"/>
          </p:cNvCxnSpPr>
          <p:nvPr/>
        </p:nvCxnSpPr>
        <p:spPr>
          <a:xfrm rot="5400000" flipH="1" flipV="1">
            <a:off x="8238067" y="2622431"/>
            <a:ext cx="553400" cy="1966010"/>
          </a:xfrm>
          <a:prstGeom prst="bentConnector2">
            <a:avLst/>
          </a:prstGeom>
          <a:ln w="12700">
            <a:solidFill>
              <a:schemeClr val="tx1"/>
            </a:solidFill>
            <a:prstDash val="dash"/>
            <a:tailEnd type="triangle" w="lg" len="lg"/>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662F7B83-4957-3FDF-FCD7-670A863C20B2}"/>
              </a:ext>
            </a:extLst>
          </p:cNvPr>
          <p:cNvSpPr>
            <a:spLocks noGrp="1"/>
          </p:cNvSpPr>
          <p:nvPr>
            <p:ph type="body" sz="quarter" idx="15"/>
          </p:nvPr>
        </p:nvSpPr>
        <p:spPr/>
        <p:txBody>
          <a:bodyPr/>
          <a:lstStyle/>
          <a:p>
            <a:r>
              <a:rPr lang="en-US" dirty="0"/>
              <a:t>May 20XX</a:t>
            </a:r>
          </a:p>
        </p:txBody>
      </p:sp>
      <p:sp>
        <p:nvSpPr>
          <p:cNvPr id="12" name="Text Placeholder 11">
            <a:extLst>
              <a:ext uri="{FF2B5EF4-FFF2-40B4-BE49-F238E27FC236}">
                <a16:creationId xmlns:a16="http://schemas.microsoft.com/office/drawing/2014/main" id="{B0661D74-2EFE-C693-BB74-D733AD13A861}"/>
              </a:ext>
            </a:extLst>
          </p:cNvPr>
          <p:cNvSpPr>
            <a:spLocks noGrp="1"/>
          </p:cNvSpPr>
          <p:nvPr>
            <p:ph type="body" sz="quarter" idx="20"/>
          </p:nvPr>
        </p:nvSpPr>
        <p:spPr/>
        <p:txBody>
          <a:bodyPr/>
          <a:lstStyle/>
          <a:p>
            <a:pPr lvl="0"/>
            <a:r>
              <a:rPr lang="en-US" dirty="0"/>
              <a:t>Deploy </a:t>
            </a:r>
            <a:r>
              <a:rPr lang="en-US" b="1" dirty="0"/>
              <a:t>strategic networks with compelling </a:t>
            </a:r>
          </a:p>
          <a:p>
            <a:pPr lvl="0"/>
            <a:r>
              <a:rPr lang="en-US" b="1" dirty="0"/>
              <a:t>e-business needs</a:t>
            </a:r>
          </a:p>
        </p:txBody>
      </p:sp>
      <p:cxnSp>
        <p:nvCxnSpPr>
          <p:cNvPr id="45" name="Straight Arrow Connector 44" descr="Connecting arrow">
            <a:extLst>
              <a:ext uri="{FF2B5EF4-FFF2-40B4-BE49-F238E27FC236}">
                <a16:creationId xmlns:a16="http://schemas.microsoft.com/office/drawing/2014/main" id="{B8BFA6A1-385F-2847-59C6-213D0606710D}"/>
              </a:ext>
            </a:extLst>
          </p:cNvPr>
          <p:cNvCxnSpPr>
            <a:stCxn id="2" idx="1"/>
            <a:endCxn id="5" idx="0"/>
          </p:cNvCxnSpPr>
          <p:nvPr/>
        </p:nvCxnSpPr>
        <p:spPr>
          <a:xfrm rot="16200000" flipH="1">
            <a:off x="1571938" y="3513970"/>
            <a:ext cx="553400" cy="1966011"/>
          </a:xfrm>
          <a:prstGeom prst="bentConnector2">
            <a:avLst/>
          </a:prstGeom>
          <a:ln w="12700">
            <a:solidFill>
              <a:schemeClr val="tx1"/>
            </a:solidFill>
            <a:prstDash val="dash"/>
            <a:tailEnd type="triangle" w="lg" len="lg"/>
          </a:ln>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568C0CFC-4DE9-71AA-6D3C-E8652D9BEBF5}"/>
              </a:ext>
            </a:extLst>
          </p:cNvPr>
          <p:cNvSpPr>
            <a:spLocks noGrp="1"/>
          </p:cNvSpPr>
          <p:nvPr>
            <p:ph type="body" sz="quarter" idx="16"/>
          </p:nvPr>
        </p:nvSpPr>
        <p:spPr/>
        <p:txBody>
          <a:bodyPr/>
          <a:lstStyle/>
          <a:p>
            <a:r>
              <a:rPr lang="en-US" dirty="0"/>
              <a:t>NOV 20XX</a:t>
            </a:r>
          </a:p>
        </p:txBody>
      </p:sp>
      <p:sp>
        <p:nvSpPr>
          <p:cNvPr id="14" name="Text Placeholder 13">
            <a:extLst>
              <a:ext uri="{FF2B5EF4-FFF2-40B4-BE49-F238E27FC236}">
                <a16:creationId xmlns:a16="http://schemas.microsoft.com/office/drawing/2014/main" id="{43DFEEA6-4AAD-5436-17AA-56EFDA3E432C}"/>
              </a:ext>
            </a:extLst>
          </p:cNvPr>
          <p:cNvSpPr>
            <a:spLocks noGrp="1"/>
          </p:cNvSpPr>
          <p:nvPr>
            <p:ph type="body" sz="quarter" idx="22"/>
          </p:nvPr>
        </p:nvSpPr>
        <p:spPr/>
        <p:txBody>
          <a:bodyPr/>
          <a:lstStyle/>
          <a:p>
            <a:pPr lvl="0"/>
            <a:r>
              <a:rPr lang="en-US" dirty="0"/>
              <a:t>Disseminate standardized </a:t>
            </a:r>
            <a:r>
              <a:rPr lang="en-US" b="1" dirty="0"/>
              <a:t>metrics</a:t>
            </a:r>
          </a:p>
        </p:txBody>
      </p:sp>
      <p:cxnSp>
        <p:nvCxnSpPr>
          <p:cNvPr id="49" name="Straight Arrow Connector 44" descr="Connecting arrow">
            <a:extLst>
              <a:ext uri="{FF2B5EF4-FFF2-40B4-BE49-F238E27FC236}">
                <a16:creationId xmlns:a16="http://schemas.microsoft.com/office/drawing/2014/main" id="{900822B8-79FE-91B5-6738-C9AA0E33984E}"/>
              </a:ext>
            </a:extLst>
          </p:cNvPr>
          <p:cNvCxnSpPr>
            <a:cxnSpLocks/>
            <a:stCxn id="3" idx="1"/>
            <a:endCxn id="6" idx="0"/>
          </p:cNvCxnSpPr>
          <p:nvPr/>
        </p:nvCxnSpPr>
        <p:spPr>
          <a:xfrm rot="16200000" flipH="1">
            <a:off x="6013644" y="3511589"/>
            <a:ext cx="558161" cy="1966011"/>
          </a:xfrm>
          <a:prstGeom prst="bentConnector2">
            <a:avLst/>
          </a:prstGeom>
          <a:ln w="12700">
            <a:solidFill>
              <a:schemeClr val="tx1"/>
            </a:solidFill>
            <a:prstDash val="dash"/>
            <a:tailEnd type="triangle" w="lg" len="lg"/>
          </a:ln>
        </p:spPr>
        <p:style>
          <a:lnRef idx="1">
            <a:schemeClr val="accent1"/>
          </a:lnRef>
          <a:fillRef idx="0">
            <a:schemeClr val="accent1"/>
          </a:fillRef>
          <a:effectRef idx="0">
            <a:schemeClr val="accent1"/>
          </a:effectRef>
          <a:fontRef idx="minor">
            <a:schemeClr val="tx1"/>
          </a:fontRef>
        </p:style>
      </p:cxnSp>
      <p:sp>
        <p:nvSpPr>
          <p:cNvPr id="6" name="Text Placeholder 5">
            <a:extLst>
              <a:ext uri="{FF2B5EF4-FFF2-40B4-BE49-F238E27FC236}">
                <a16:creationId xmlns:a16="http://schemas.microsoft.com/office/drawing/2014/main" id="{B68524C6-142C-4627-2305-AAB73C14EE1A}"/>
              </a:ext>
            </a:extLst>
          </p:cNvPr>
          <p:cNvSpPr>
            <a:spLocks noGrp="1"/>
          </p:cNvSpPr>
          <p:nvPr>
            <p:ph type="body" sz="quarter" idx="17"/>
          </p:nvPr>
        </p:nvSpPr>
        <p:spPr/>
        <p:txBody>
          <a:bodyPr/>
          <a:lstStyle/>
          <a:p>
            <a:r>
              <a:rPr lang="en-US" dirty="0"/>
              <a:t>MAR 20XX</a:t>
            </a:r>
          </a:p>
        </p:txBody>
      </p:sp>
      <p:sp>
        <p:nvSpPr>
          <p:cNvPr id="13" name="Text Placeholder 12">
            <a:extLst>
              <a:ext uri="{FF2B5EF4-FFF2-40B4-BE49-F238E27FC236}">
                <a16:creationId xmlns:a16="http://schemas.microsoft.com/office/drawing/2014/main" id="{13F81BE4-398C-16CD-B300-25082227312B}"/>
              </a:ext>
            </a:extLst>
          </p:cNvPr>
          <p:cNvSpPr>
            <a:spLocks noGrp="1"/>
          </p:cNvSpPr>
          <p:nvPr>
            <p:ph type="body" sz="quarter" idx="21"/>
          </p:nvPr>
        </p:nvSpPr>
        <p:spPr>
          <a:xfrm>
            <a:off x="7827392" y="3882136"/>
            <a:ext cx="1796654" cy="1783080"/>
          </a:xfrm>
        </p:spPr>
        <p:txBody>
          <a:bodyPr/>
          <a:lstStyle/>
          <a:p>
            <a:r>
              <a:rPr lang="en-US" dirty="0"/>
              <a:t>Foster holistically superior </a:t>
            </a:r>
            <a:r>
              <a:rPr lang="en-US" b="1" dirty="0"/>
              <a:t>methodologies</a:t>
            </a:r>
          </a:p>
        </p:txBody>
      </p:sp>
      <p:sp>
        <p:nvSpPr>
          <p:cNvPr id="9" name="Slide Number Placeholder 8">
            <a:extLst>
              <a:ext uri="{FF2B5EF4-FFF2-40B4-BE49-F238E27FC236}">
                <a16:creationId xmlns:a16="http://schemas.microsoft.com/office/drawing/2014/main" id="{42D01FA3-0BE0-D543-3ABD-0B0771F30A19}"/>
              </a:ext>
            </a:extLst>
          </p:cNvPr>
          <p:cNvSpPr>
            <a:spLocks noGrp="1"/>
          </p:cNvSpPr>
          <p:nvPr>
            <p:ph type="sldNum" sz="quarter" idx="12"/>
          </p:nvPr>
        </p:nvSpPr>
        <p:spPr/>
        <p:txBody>
          <a:bodyPr/>
          <a:lstStyle/>
          <a:p>
            <a:fld id="{294A09A9-5501-47C1-A89A-A340965A2BE2}" type="slidenum">
              <a:rPr lang="en-US" smtClean="0"/>
              <a:pPr/>
              <a:t>14</a:t>
            </a:fld>
            <a:endParaRPr lang="en-US" dirty="0"/>
          </a:p>
        </p:txBody>
      </p:sp>
    </p:spTree>
    <p:extLst>
      <p:ext uri="{BB962C8B-B14F-4D97-AF65-F5344CB8AC3E}">
        <p14:creationId xmlns:p14="http://schemas.microsoft.com/office/powerpoint/2010/main" val="3120437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itle 40">
            <a:extLst>
              <a:ext uri="{FF2B5EF4-FFF2-40B4-BE49-F238E27FC236}">
                <a16:creationId xmlns:a16="http://schemas.microsoft.com/office/drawing/2014/main" id="{A49ABFAC-D966-9A7C-EFB9-4AA2A4BFCB3B}"/>
              </a:ext>
            </a:extLst>
          </p:cNvPr>
          <p:cNvSpPr>
            <a:spLocks noGrp="1"/>
          </p:cNvSpPr>
          <p:nvPr>
            <p:ph type="title"/>
          </p:nvPr>
        </p:nvSpPr>
        <p:spPr/>
        <p:txBody>
          <a:bodyPr/>
          <a:lstStyle/>
          <a:p>
            <a:r>
              <a:rPr lang="en-US" dirty="0"/>
              <a:t>AREAS OF FOCUS</a:t>
            </a:r>
          </a:p>
        </p:txBody>
      </p:sp>
      <p:sp>
        <p:nvSpPr>
          <p:cNvPr id="7" name="Footer Placeholder 6">
            <a:extLst>
              <a:ext uri="{FF2B5EF4-FFF2-40B4-BE49-F238E27FC236}">
                <a16:creationId xmlns:a16="http://schemas.microsoft.com/office/drawing/2014/main" id="{6C58156F-B502-2468-F7F7-7EF56BA44FBE}"/>
              </a:ext>
            </a:extLst>
          </p:cNvPr>
          <p:cNvSpPr>
            <a:spLocks noGrp="1"/>
          </p:cNvSpPr>
          <p:nvPr>
            <p:ph type="ftr" sz="quarter" idx="11"/>
          </p:nvPr>
        </p:nvSpPr>
        <p:spPr/>
        <p:txBody>
          <a:bodyPr/>
          <a:lstStyle/>
          <a:p>
            <a:r>
              <a:rPr lang="en-US" dirty="0"/>
              <a:t>PRESENTATION TITLE</a:t>
            </a:r>
          </a:p>
        </p:txBody>
      </p:sp>
      <p:sp>
        <p:nvSpPr>
          <p:cNvPr id="42" name="Text Placeholder 41">
            <a:extLst>
              <a:ext uri="{FF2B5EF4-FFF2-40B4-BE49-F238E27FC236}">
                <a16:creationId xmlns:a16="http://schemas.microsoft.com/office/drawing/2014/main" id="{E7EE4D5B-87DD-4137-0625-40623A0E8A35}"/>
              </a:ext>
            </a:extLst>
          </p:cNvPr>
          <p:cNvSpPr>
            <a:spLocks noGrp="1"/>
          </p:cNvSpPr>
          <p:nvPr>
            <p:ph type="body" idx="1"/>
          </p:nvPr>
        </p:nvSpPr>
        <p:spPr/>
        <p:txBody>
          <a:bodyPr/>
          <a:lstStyle/>
          <a:p>
            <a:r>
              <a:rPr lang="en-US" dirty="0"/>
              <a:t>B2B MARKET SCENARIOS</a:t>
            </a:r>
          </a:p>
        </p:txBody>
      </p:sp>
      <p:sp>
        <p:nvSpPr>
          <p:cNvPr id="43" name="Content Placeholder 42">
            <a:extLst>
              <a:ext uri="{FF2B5EF4-FFF2-40B4-BE49-F238E27FC236}">
                <a16:creationId xmlns:a16="http://schemas.microsoft.com/office/drawing/2014/main" id="{DDD88D28-D711-5AC9-E34C-3050A6413FB3}"/>
              </a:ext>
            </a:extLst>
          </p:cNvPr>
          <p:cNvSpPr>
            <a:spLocks noGrp="1"/>
          </p:cNvSpPr>
          <p:nvPr>
            <p:ph sz="half" idx="2"/>
          </p:nvPr>
        </p:nvSpPr>
        <p:spPr/>
        <p:txBody>
          <a:bodyPr/>
          <a:lstStyle/>
          <a:p>
            <a:r>
              <a:rPr lang="en-US" dirty="0"/>
              <a:t>Develop winning strategies to keep ahead of the competition​</a:t>
            </a:r>
          </a:p>
          <a:p>
            <a:r>
              <a:rPr lang="en-US" dirty="0"/>
              <a:t>Capitalize on low-hanging fruit to identify a ballpark value​</a:t>
            </a:r>
          </a:p>
          <a:p>
            <a:r>
              <a:rPr lang="en-US" dirty="0"/>
              <a:t>Visualize customer directed convergence</a:t>
            </a:r>
          </a:p>
        </p:txBody>
      </p:sp>
      <p:sp>
        <p:nvSpPr>
          <p:cNvPr id="44" name="Text Placeholder 43">
            <a:extLst>
              <a:ext uri="{FF2B5EF4-FFF2-40B4-BE49-F238E27FC236}">
                <a16:creationId xmlns:a16="http://schemas.microsoft.com/office/drawing/2014/main" id="{9A16E2DA-8782-EACD-C467-2BD2FC22391C}"/>
              </a:ext>
            </a:extLst>
          </p:cNvPr>
          <p:cNvSpPr>
            <a:spLocks noGrp="1"/>
          </p:cNvSpPr>
          <p:nvPr>
            <p:ph type="body" sz="quarter" idx="3"/>
          </p:nvPr>
        </p:nvSpPr>
        <p:spPr/>
        <p:txBody>
          <a:bodyPr/>
          <a:lstStyle/>
          <a:p>
            <a:r>
              <a:rPr lang="en-US" dirty="0"/>
              <a:t>CLOUD-BASED OPPORTUNITIES</a:t>
            </a:r>
          </a:p>
        </p:txBody>
      </p:sp>
      <p:sp>
        <p:nvSpPr>
          <p:cNvPr id="45" name="Content Placeholder 44">
            <a:extLst>
              <a:ext uri="{FF2B5EF4-FFF2-40B4-BE49-F238E27FC236}">
                <a16:creationId xmlns:a16="http://schemas.microsoft.com/office/drawing/2014/main" id="{2A504466-AF6B-14A5-DBE7-37A09EC63EC7}"/>
              </a:ext>
            </a:extLst>
          </p:cNvPr>
          <p:cNvSpPr>
            <a:spLocks noGrp="1"/>
          </p:cNvSpPr>
          <p:nvPr>
            <p:ph sz="quarter" idx="4"/>
          </p:nvPr>
        </p:nvSpPr>
        <p:spPr/>
        <p:txBody>
          <a:bodyPr/>
          <a:lstStyle/>
          <a:p>
            <a:r>
              <a:rPr lang="en-US" dirty="0"/>
              <a:t>Iterative approaches to corporate strategy</a:t>
            </a:r>
          </a:p>
          <a:p>
            <a:r>
              <a:rPr lang="en-US" dirty="0"/>
              <a:t>Establish a management framework from the inside</a:t>
            </a:r>
          </a:p>
          <a:p>
            <a:endParaRPr lang="en-US" dirty="0"/>
          </a:p>
        </p:txBody>
      </p:sp>
      <p:sp>
        <p:nvSpPr>
          <p:cNvPr id="8" name="Slide Number Placeholder 7">
            <a:extLst>
              <a:ext uri="{FF2B5EF4-FFF2-40B4-BE49-F238E27FC236}">
                <a16:creationId xmlns:a16="http://schemas.microsoft.com/office/drawing/2014/main" id="{151DE16D-6222-1703-D240-DA742BD7BEF9}"/>
              </a:ext>
            </a:extLst>
          </p:cNvPr>
          <p:cNvSpPr>
            <a:spLocks noGrp="1"/>
          </p:cNvSpPr>
          <p:nvPr>
            <p:ph type="sldNum" sz="quarter" idx="12"/>
          </p:nvPr>
        </p:nvSpPr>
        <p:spPr/>
        <p:txBody>
          <a:bodyPr/>
          <a:lstStyle/>
          <a:p>
            <a:fld id="{294A09A9-5501-47C1-A89A-A340965A2BE2}" type="slidenum">
              <a:rPr lang="en-US" smtClean="0"/>
              <a:pPr/>
              <a:t>15</a:t>
            </a:fld>
            <a:endParaRPr lang="en-US" dirty="0"/>
          </a:p>
        </p:txBody>
      </p:sp>
    </p:spTree>
    <p:extLst>
      <p:ext uri="{BB962C8B-B14F-4D97-AF65-F5344CB8AC3E}">
        <p14:creationId xmlns:p14="http://schemas.microsoft.com/office/powerpoint/2010/main" val="27003175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5A0AD-52EA-8A3D-00F9-72C649D792FF}"/>
              </a:ext>
            </a:extLst>
          </p:cNvPr>
          <p:cNvSpPr>
            <a:spLocks noGrp="1"/>
          </p:cNvSpPr>
          <p:nvPr>
            <p:ph type="title"/>
          </p:nvPr>
        </p:nvSpPr>
        <p:spPr/>
        <p:txBody>
          <a:bodyPr/>
          <a:lstStyle/>
          <a:p>
            <a:r>
              <a:rPr lang="en-US" dirty="0"/>
              <a:t>HOW WE GET HERE</a:t>
            </a:r>
          </a:p>
        </p:txBody>
      </p:sp>
      <p:sp>
        <p:nvSpPr>
          <p:cNvPr id="3" name="Text Placeholder 2">
            <a:extLst>
              <a:ext uri="{FF2B5EF4-FFF2-40B4-BE49-F238E27FC236}">
                <a16:creationId xmlns:a16="http://schemas.microsoft.com/office/drawing/2014/main" id="{90961576-ECF8-2387-1D6B-533B869103A2}"/>
              </a:ext>
            </a:extLst>
          </p:cNvPr>
          <p:cNvSpPr>
            <a:spLocks noGrp="1"/>
          </p:cNvSpPr>
          <p:nvPr>
            <p:ph type="body" idx="1"/>
          </p:nvPr>
        </p:nvSpPr>
        <p:spPr/>
        <p:txBody>
          <a:bodyPr/>
          <a:lstStyle/>
          <a:p>
            <a:r>
              <a:rPr lang="en-US" dirty="0"/>
              <a:t>ROI</a:t>
            </a:r>
          </a:p>
        </p:txBody>
      </p:sp>
      <p:sp>
        <p:nvSpPr>
          <p:cNvPr id="4" name="Content Placeholder 3">
            <a:extLst>
              <a:ext uri="{FF2B5EF4-FFF2-40B4-BE49-F238E27FC236}">
                <a16:creationId xmlns:a16="http://schemas.microsoft.com/office/drawing/2014/main" id="{642609F2-7307-B671-065E-0168414672CB}"/>
              </a:ext>
            </a:extLst>
          </p:cNvPr>
          <p:cNvSpPr>
            <a:spLocks noGrp="1"/>
          </p:cNvSpPr>
          <p:nvPr>
            <p:ph sz="half" idx="2"/>
          </p:nvPr>
        </p:nvSpPr>
        <p:spPr/>
        <p:txBody>
          <a:bodyPr/>
          <a:lstStyle/>
          <a:p>
            <a:r>
              <a:rPr lang="en-US" dirty="0"/>
              <a:t>Envision multimedia-based expertise and cross-media growth strategies</a:t>
            </a:r>
          </a:p>
          <a:p>
            <a:r>
              <a:rPr lang="en-US" dirty="0"/>
              <a:t>Visualize quality intellectual capital</a:t>
            </a:r>
          </a:p>
          <a:p>
            <a:r>
              <a:rPr lang="en-US" dirty="0"/>
              <a:t>Engage worldwide methodologies with web-enabled technologies</a:t>
            </a:r>
          </a:p>
          <a:p>
            <a:endParaRPr lang="en-US" dirty="0"/>
          </a:p>
        </p:txBody>
      </p:sp>
      <p:sp>
        <p:nvSpPr>
          <p:cNvPr id="12" name="Text Placeholder 11">
            <a:extLst>
              <a:ext uri="{FF2B5EF4-FFF2-40B4-BE49-F238E27FC236}">
                <a16:creationId xmlns:a16="http://schemas.microsoft.com/office/drawing/2014/main" id="{B1A869CC-7228-424F-689B-19D4CEA20FF0}"/>
              </a:ext>
            </a:extLst>
          </p:cNvPr>
          <p:cNvSpPr>
            <a:spLocks noGrp="1"/>
          </p:cNvSpPr>
          <p:nvPr>
            <p:ph type="body" sz="quarter" idx="3"/>
          </p:nvPr>
        </p:nvSpPr>
        <p:spPr/>
        <p:txBody>
          <a:bodyPr/>
          <a:lstStyle/>
          <a:p>
            <a:r>
              <a:rPr lang="en-US" dirty="0"/>
              <a:t>NICHE MARKETS</a:t>
            </a:r>
          </a:p>
        </p:txBody>
      </p:sp>
      <p:sp>
        <p:nvSpPr>
          <p:cNvPr id="14" name="Content Placeholder 13">
            <a:extLst>
              <a:ext uri="{FF2B5EF4-FFF2-40B4-BE49-F238E27FC236}">
                <a16:creationId xmlns:a16="http://schemas.microsoft.com/office/drawing/2014/main" id="{110B594D-EC9B-B552-2A8F-EE5113E8B143}"/>
              </a:ext>
            </a:extLst>
          </p:cNvPr>
          <p:cNvSpPr>
            <a:spLocks noGrp="1"/>
          </p:cNvSpPr>
          <p:nvPr>
            <p:ph sz="quarter" idx="4"/>
          </p:nvPr>
        </p:nvSpPr>
        <p:spPr/>
        <p:txBody>
          <a:bodyPr/>
          <a:lstStyle/>
          <a:p>
            <a:r>
              <a:rPr lang="en-US" dirty="0"/>
              <a:t>Pursue scalable customer service through sustainable strategies</a:t>
            </a:r>
          </a:p>
          <a:p>
            <a:r>
              <a:rPr lang="en-US" dirty="0"/>
              <a:t>Engage top-line web </a:t>
            </a:r>
            <a:br>
              <a:rPr lang="en-US" dirty="0"/>
            </a:br>
            <a:r>
              <a:rPr lang="en-US" dirty="0"/>
              <a:t>services with cutting-edge deliverables</a:t>
            </a:r>
          </a:p>
          <a:p>
            <a:endParaRPr lang="en-US" dirty="0"/>
          </a:p>
        </p:txBody>
      </p:sp>
      <p:sp>
        <p:nvSpPr>
          <p:cNvPr id="9" name="Text Placeholder 8">
            <a:extLst>
              <a:ext uri="{FF2B5EF4-FFF2-40B4-BE49-F238E27FC236}">
                <a16:creationId xmlns:a16="http://schemas.microsoft.com/office/drawing/2014/main" id="{EBAA58E7-F0D8-F39A-CEFD-71E5913073EF}"/>
              </a:ext>
            </a:extLst>
          </p:cNvPr>
          <p:cNvSpPr>
            <a:spLocks noGrp="1"/>
          </p:cNvSpPr>
          <p:nvPr>
            <p:ph type="body" sz="quarter" idx="13"/>
          </p:nvPr>
        </p:nvSpPr>
        <p:spPr/>
        <p:txBody>
          <a:bodyPr/>
          <a:lstStyle/>
          <a:p>
            <a:r>
              <a:rPr lang="en-US" dirty="0"/>
              <a:t>Supply CHAINS</a:t>
            </a:r>
          </a:p>
        </p:txBody>
      </p:sp>
      <p:sp>
        <p:nvSpPr>
          <p:cNvPr id="10" name="Content Placeholder 9">
            <a:extLst>
              <a:ext uri="{FF2B5EF4-FFF2-40B4-BE49-F238E27FC236}">
                <a16:creationId xmlns:a16="http://schemas.microsoft.com/office/drawing/2014/main" id="{E54F306D-CD94-F11A-8633-26962EE68BF7}"/>
              </a:ext>
            </a:extLst>
          </p:cNvPr>
          <p:cNvSpPr>
            <a:spLocks noGrp="1"/>
          </p:cNvSpPr>
          <p:nvPr>
            <p:ph sz="quarter" idx="14"/>
          </p:nvPr>
        </p:nvSpPr>
        <p:spPr/>
        <p:txBody>
          <a:bodyPr/>
          <a:lstStyle/>
          <a:p>
            <a:r>
              <a:rPr lang="en-US" dirty="0"/>
              <a:t>Cultivate one-to-one customer service with robust ideas</a:t>
            </a:r>
          </a:p>
          <a:p>
            <a:r>
              <a:rPr lang="en-US" dirty="0"/>
              <a:t>Maximize timely deliverables for real-time schemas</a:t>
            </a:r>
          </a:p>
        </p:txBody>
      </p:sp>
      <p:sp>
        <p:nvSpPr>
          <p:cNvPr id="7" name="Footer Placeholder 6">
            <a:extLst>
              <a:ext uri="{FF2B5EF4-FFF2-40B4-BE49-F238E27FC236}">
                <a16:creationId xmlns:a16="http://schemas.microsoft.com/office/drawing/2014/main" id="{0E08FD8E-3A0A-CCD4-5C2F-5B65BE73CBC5}"/>
              </a:ext>
            </a:extLst>
          </p:cNvPr>
          <p:cNvSpPr>
            <a:spLocks noGrp="1"/>
          </p:cNvSpPr>
          <p:nvPr>
            <p:ph type="ftr" sz="quarter" idx="11"/>
          </p:nvPr>
        </p:nvSpPr>
        <p:spPr/>
        <p:txBody>
          <a:bodyPr/>
          <a:lstStyle/>
          <a:p>
            <a:r>
              <a:rPr lang="en-US" dirty="0"/>
              <a:t>PRESENTATION TITLE</a:t>
            </a:r>
          </a:p>
        </p:txBody>
      </p:sp>
      <p:sp>
        <p:nvSpPr>
          <p:cNvPr id="8" name="Slide Number Placeholder 7">
            <a:extLst>
              <a:ext uri="{FF2B5EF4-FFF2-40B4-BE49-F238E27FC236}">
                <a16:creationId xmlns:a16="http://schemas.microsoft.com/office/drawing/2014/main" id="{94786B75-8C5A-A01F-F202-D3CB14D3031F}"/>
              </a:ext>
            </a:extLst>
          </p:cNvPr>
          <p:cNvSpPr>
            <a:spLocks noGrp="1"/>
          </p:cNvSpPr>
          <p:nvPr>
            <p:ph type="sldNum" sz="quarter" idx="12"/>
          </p:nvPr>
        </p:nvSpPr>
        <p:spPr/>
        <p:txBody>
          <a:bodyPr/>
          <a:lstStyle/>
          <a:p>
            <a:fld id="{294A09A9-5501-47C1-A89A-A340965A2BE2}" type="slidenum">
              <a:rPr lang="en-US" smtClean="0"/>
              <a:pPr/>
              <a:t>16</a:t>
            </a:fld>
            <a:endParaRPr lang="en-US" dirty="0"/>
          </a:p>
        </p:txBody>
      </p:sp>
    </p:spTree>
    <p:extLst>
      <p:ext uri="{BB962C8B-B14F-4D97-AF65-F5344CB8AC3E}">
        <p14:creationId xmlns:p14="http://schemas.microsoft.com/office/powerpoint/2010/main" val="23529937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4F687D-905D-5940-E92B-664E8ED07C88}"/>
              </a:ext>
            </a:extLst>
          </p:cNvPr>
          <p:cNvSpPr>
            <a:spLocks noGrp="1"/>
          </p:cNvSpPr>
          <p:nvPr>
            <p:ph type="title"/>
          </p:nvPr>
        </p:nvSpPr>
        <p:spPr/>
        <p:txBody>
          <a:bodyPr/>
          <a:lstStyle/>
          <a:p>
            <a:r>
              <a:rPr lang="en-US" dirty="0"/>
              <a:t>SUMMARY</a:t>
            </a:r>
          </a:p>
        </p:txBody>
      </p:sp>
      <p:sp>
        <p:nvSpPr>
          <p:cNvPr id="2" name="Footer Placeholder 1">
            <a:extLst>
              <a:ext uri="{FF2B5EF4-FFF2-40B4-BE49-F238E27FC236}">
                <a16:creationId xmlns:a16="http://schemas.microsoft.com/office/drawing/2014/main" id="{0EF1DD75-A4B1-D99B-2111-46A878B8EDA3}"/>
              </a:ext>
            </a:extLst>
          </p:cNvPr>
          <p:cNvSpPr>
            <a:spLocks noGrp="1"/>
          </p:cNvSpPr>
          <p:nvPr>
            <p:ph type="ftr" sz="quarter" idx="11"/>
          </p:nvPr>
        </p:nvSpPr>
        <p:spPr/>
        <p:txBody>
          <a:bodyPr/>
          <a:lstStyle/>
          <a:p>
            <a:r>
              <a:rPr lang="en-US" dirty="0"/>
              <a:t>PRESENTATION TITLE</a:t>
            </a:r>
          </a:p>
        </p:txBody>
      </p:sp>
      <p:sp>
        <p:nvSpPr>
          <p:cNvPr id="5" name="Content Placeholder 4">
            <a:extLst>
              <a:ext uri="{FF2B5EF4-FFF2-40B4-BE49-F238E27FC236}">
                <a16:creationId xmlns:a16="http://schemas.microsoft.com/office/drawing/2014/main" id="{C4CDA331-68CA-C2AE-0A48-6F7117361A05}"/>
              </a:ext>
            </a:extLst>
          </p:cNvPr>
          <p:cNvSpPr>
            <a:spLocks noGrp="1"/>
          </p:cNvSpPr>
          <p:nvPr>
            <p:ph sz="quarter" idx="13"/>
          </p:nvPr>
        </p:nvSpPr>
        <p:spPr/>
        <p:txBody>
          <a:bodyPr/>
          <a:lstStyle/>
          <a:p>
            <a:r>
              <a:rPr lang="en-US" dirty="0"/>
              <a:t>At Contoso, we believe in giving 110%. By using our next-generation data architecture, we help organizations virtually manage agile workflows. We thrive because of our market knowledge and great team behind our product. As our CEO says, "Efficiencies will come from proactively transforming how we do business."</a:t>
            </a:r>
          </a:p>
        </p:txBody>
      </p:sp>
      <p:sp>
        <p:nvSpPr>
          <p:cNvPr id="3" name="Slide Number Placeholder 2">
            <a:extLst>
              <a:ext uri="{FF2B5EF4-FFF2-40B4-BE49-F238E27FC236}">
                <a16:creationId xmlns:a16="http://schemas.microsoft.com/office/drawing/2014/main" id="{F5FA6A62-8FBF-887D-0560-47FF98E22EF4}"/>
              </a:ext>
            </a:extLst>
          </p:cNvPr>
          <p:cNvSpPr>
            <a:spLocks noGrp="1"/>
          </p:cNvSpPr>
          <p:nvPr>
            <p:ph type="sldNum" sz="quarter" idx="12"/>
          </p:nvPr>
        </p:nvSpPr>
        <p:spPr/>
        <p:txBody>
          <a:bodyPr/>
          <a:lstStyle/>
          <a:p>
            <a:fld id="{294A09A9-5501-47C1-A89A-A340965A2BE2}" type="slidenum">
              <a:rPr lang="en-US" smtClean="0"/>
              <a:pPr/>
              <a:t>17</a:t>
            </a:fld>
            <a:endParaRPr lang="en-US" dirty="0"/>
          </a:p>
        </p:txBody>
      </p:sp>
    </p:spTree>
    <p:extLst>
      <p:ext uri="{BB962C8B-B14F-4D97-AF65-F5344CB8AC3E}">
        <p14:creationId xmlns:p14="http://schemas.microsoft.com/office/powerpoint/2010/main" val="37292418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p:txBody>
          <a:bodyPr anchor="t">
            <a:noAutofit/>
          </a:bodyPr>
          <a:lstStyle/>
          <a:p>
            <a:pPr algn="l"/>
            <a:r>
              <a:rPr lang="en-US" sz="9600" spc="300" dirty="0">
                <a:ln w="28575">
                  <a:solidFill>
                    <a:schemeClr val="tx1"/>
                  </a:solidFill>
                </a:ln>
                <a:noFill/>
              </a:rPr>
              <a:t>THANK YOU</a:t>
            </a:r>
          </a:p>
        </p:txBody>
      </p:sp>
      <p:sp>
        <p:nvSpPr>
          <p:cNvPr id="3" name="Subtitle 2">
            <a:extLst>
              <a:ext uri="{FF2B5EF4-FFF2-40B4-BE49-F238E27FC236}">
                <a16:creationId xmlns:a16="http://schemas.microsoft.com/office/drawing/2014/main" id="{A068D447-28D3-4F5F-B2DC-FD67E9015868}"/>
              </a:ext>
            </a:extLst>
          </p:cNvPr>
          <p:cNvSpPr>
            <a:spLocks noGrp="1"/>
          </p:cNvSpPr>
          <p:nvPr>
            <p:ph type="subTitle" idx="1"/>
          </p:nvPr>
        </p:nvSpPr>
        <p:spPr/>
        <p:txBody>
          <a:bodyPr anchor="t">
            <a:normAutofit lnSpcReduction="10000"/>
          </a:bodyPr>
          <a:lstStyle/>
          <a:p>
            <a:pPr marL="0" indent="0" algn="l">
              <a:buNone/>
            </a:pPr>
            <a:r>
              <a:rPr lang="en-US" b="1" dirty="0"/>
              <a:t>Mirjam Nilsson​</a:t>
            </a:r>
          </a:p>
          <a:p>
            <a:pPr marL="0" indent="0" algn="l">
              <a:buNone/>
            </a:pPr>
            <a:r>
              <a:rPr lang="en-US" b="1" dirty="0"/>
              <a:t>mirjam@contoso.com</a:t>
            </a:r>
          </a:p>
          <a:p>
            <a:pPr marL="0" indent="0" algn="l">
              <a:buNone/>
            </a:pPr>
            <a:r>
              <a:rPr lang="en-US" b="1" dirty="0"/>
              <a:t>www.contoso.com</a:t>
            </a:r>
          </a:p>
        </p:txBody>
      </p:sp>
    </p:spTree>
    <p:extLst>
      <p:ext uri="{BB962C8B-B14F-4D97-AF65-F5344CB8AC3E}">
        <p14:creationId xmlns:p14="http://schemas.microsoft.com/office/powerpoint/2010/main" val="627731054"/>
      </p:ext>
    </p:extLst>
  </p:cSld>
  <p:clrMapOvr>
    <a:masterClrMapping/>
  </p:clrMapOvr>
</p:sld>
</file>

<file path=ppt/theme/theme1.xml><?xml version="1.0" encoding="utf-8"?>
<a:theme xmlns:a="http://schemas.openxmlformats.org/drawingml/2006/main" name="Office Theme">
  <a:themeElements>
    <a:clrScheme name="Droplet">
      <a:dk1>
        <a:srgbClr val="000000"/>
      </a:dk1>
      <a:lt1>
        <a:srgbClr val="FFFFFF"/>
      </a:lt1>
      <a:dk2>
        <a:srgbClr val="0065A8"/>
      </a:dk2>
      <a:lt2>
        <a:srgbClr val="E7E6E6"/>
      </a:lt2>
      <a:accent1>
        <a:srgbClr val="FDCFFD"/>
      </a:accent1>
      <a:accent2>
        <a:srgbClr val="B6DFFF"/>
      </a:accent2>
      <a:accent3>
        <a:srgbClr val="8AE3A8"/>
      </a:accent3>
      <a:accent4>
        <a:srgbClr val="A69BFB"/>
      </a:accent4>
      <a:accent5>
        <a:srgbClr val="B5C3FF"/>
      </a:accent5>
      <a:accent6>
        <a:srgbClr val="73E9C4"/>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roplet-Design-TM34316244_Win32_SD_v9" id="{4C371580-6163-46D2-96AA-0DCC330A1B9A}" vid="{FC8D8AFF-D381-4C29-B9DC-A81BA0CD1B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421B937-7172-47A3-B8EF-010B04CBBB90}">
  <ds:schemaRefs>
    <ds:schemaRef ds:uri="http://schemas.microsoft.com/sharepoint/v3/contenttype/forms"/>
  </ds:schemaRefs>
</ds:datastoreItem>
</file>

<file path=customXml/itemProps2.xml><?xml version="1.0" encoding="utf-8"?>
<ds:datastoreItem xmlns:ds="http://schemas.openxmlformats.org/officeDocument/2006/customXml" ds:itemID="{B14FA603-F875-4A03-93C9-402691CFAD8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6BCCC5ED-FDC5-47FC-8E7E-D334979F14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Droplet design</Template>
  <TotalTime>78</TotalTime>
  <Words>605</Words>
  <Application>Microsoft Office PowerPoint</Application>
  <PresentationFormat>Widescreen</PresentationFormat>
  <Paragraphs>172</Paragraphs>
  <Slides>18</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Library APi</vt:lpstr>
      <vt:lpstr>Overview </vt:lpstr>
      <vt:lpstr>INTRODUCTION</vt:lpstr>
      <vt:lpstr>Architecture/technology  used</vt:lpstr>
      <vt:lpstr>Legacy program issues</vt:lpstr>
      <vt:lpstr>MORDEN SOLUTIONS</vt:lpstr>
      <vt:lpstr>PRIMARY GOALS</vt:lpstr>
      <vt:lpstr>QUARTERLY PERFOR-MANCE</vt:lpstr>
      <vt:lpstr>AREAS OF GROWTH</vt:lpstr>
      <vt:lpstr>Business opportunities are like buses. There's always another one coming.</vt:lpstr>
      <vt:lpstr>MEET OUR TEAM</vt:lpstr>
      <vt:lpstr>MEET OUR EXTENDED TEAM</vt:lpstr>
      <vt:lpstr>PLAN FOR PRODUCT LAUNCH</vt:lpstr>
      <vt:lpstr>TIMELINE</vt:lpstr>
      <vt:lpstr>AREAS OF FOCUS</vt:lpstr>
      <vt:lpstr>HOW WE GET HERE</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ARHUM IRFAN</dc:creator>
  <cp:lastModifiedBy>MUHAMMAD ARHUM IRFAN</cp:lastModifiedBy>
  <cp:revision>6</cp:revision>
  <dcterms:created xsi:type="dcterms:W3CDTF">2026-08-27T15:12:40Z</dcterms:created>
  <dcterms:modified xsi:type="dcterms:W3CDTF">2026-08-28T09:44:41Z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